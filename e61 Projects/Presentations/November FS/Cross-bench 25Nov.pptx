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28.xml" ContentType="application/vnd.openxmlformats-officedocument.presentationml.tags+xml"/>
  <Override PartName="/ppt/comments/modernComment_7FFAC33B_E1799BC3.xml" ContentType="application/vnd.ms-powerpoint.comment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1.xml" ContentType="application/vnd.openxmlformats-officedocument.presentationml.notesSlide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2.xml" ContentType="application/vnd.openxmlformats-officedocument.presentationml.notesSlide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46"/>
  </p:notesMasterIdLst>
  <p:handoutMasterIdLst>
    <p:handoutMasterId r:id="rId47"/>
  </p:handoutMasterIdLst>
  <p:sldIdLst>
    <p:sldId id="2147140411" r:id="rId5"/>
    <p:sldId id="309" r:id="rId6"/>
    <p:sldId id="2147140414" r:id="rId7"/>
    <p:sldId id="2147140442" r:id="rId8"/>
    <p:sldId id="2147140421" r:id="rId9"/>
    <p:sldId id="2147140422" r:id="rId10"/>
    <p:sldId id="2147140423" r:id="rId11"/>
    <p:sldId id="2147140424" r:id="rId12"/>
    <p:sldId id="2147140425" r:id="rId13"/>
    <p:sldId id="2147140426" r:id="rId14"/>
    <p:sldId id="2147140432" r:id="rId15"/>
    <p:sldId id="2147140393" r:id="rId16"/>
    <p:sldId id="2147140429" r:id="rId17"/>
    <p:sldId id="2147140430" r:id="rId18"/>
    <p:sldId id="2147140431" r:id="rId19"/>
    <p:sldId id="2147140433" r:id="rId20"/>
    <p:sldId id="2147140434" r:id="rId21"/>
    <p:sldId id="2147140435" r:id="rId22"/>
    <p:sldId id="2147140436" r:id="rId23"/>
    <p:sldId id="2147140437" r:id="rId24"/>
    <p:sldId id="2147140438" r:id="rId25"/>
    <p:sldId id="2147140439" r:id="rId26"/>
    <p:sldId id="2147140440" r:id="rId27"/>
    <p:sldId id="2147140441" r:id="rId28"/>
    <p:sldId id="2147140428" r:id="rId29"/>
    <p:sldId id="2147140427" r:id="rId30"/>
    <p:sldId id="2147140394" r:id="rId31"/>
    <p:sldId id="2147140397" r:id="rId32"/>
    <p:sldId id="2147140395" r:id="rId33"/>
    <p:sldId id="286" r:id="rId34"/>
    <p:sldId id="2147140396" r:id="rId35"/>
    <p:sldId id="2147140398" r:id="rId36"/>
    <p:sldId id="2147140399" r:id="rId37"/>
    <p:sldId id="2147140400" r:id="rId38"/>
    <p:sldId id="2147140401" r:id="rId39"/>
    <p:sldId id="2147140402" r:id="rId40"/>
    <p:sldId id="2147140403" r:id="rId41"/>
    <p:sldId id="2147140415" r:id="rId42"/>
    <p:sldId id="2147140417" r:id="rId43"/>
    <p:sldId id="2147140418" r:id="rId44"/>
    <p:sldId id="2147140416" r:id="rId45"/>
  </p:sldIdLst>
  <p:sldSz cx="12192000" cy="6858000"/>
  <p:notesSz cx="6858000" cy="9144000"/>
  <p:custDataLst>
    <p:tags r:id="rId4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95BA906-B677-4ED9-B365-ED690E2CB720}">
          <p14:sldIdLst>
            <p14:sldId id="2147140411"/>
            <p14:sldId id="309"/>
            <p14:sldId id="2147140414"/>
            <p14:sldId id="2147140442"/>
            <p14:sldId id="2147140421"/>
            <p14:sldId id="2147140422"/>
            <p14:sldId id="2147140423"/>
            <p14:sldId id="2147140424"/>
            <p14:sldId id="2147140425"/>
            <p14:sldId id="2147140426"/>
            <p14:sldId id="2147140432"/>
            <p14:sldId id="2147140393"/>
            <p14:sldId id="2147140429"/>
            <p14:sldId id="2147140430"/>
            <p14:sldId id="2147140431"/>
            <p14:sldId id="2147140433"/>
            <p14:sldId id="2147140434"/>
            <p14:sldId id="2147140435"/>
            <p14:sldId id="2147140436"/>
            <p14:sldId id="2147140437"/>
            <p14:sldId id="2147140438"/>
            <p14:sldId id="2147140439"/>
            <p14:sldId id="2147140440"/>
            <p14:sldId id="2147140441"/>
            <p14:sldId id="2147140428"/>
            <p14:sldId id="2147140427"/>
            <p14:sldId id="2147140394"/>
            <p14:sldId id="2147140397"/>
            <p14:sldId id="2147140395"/>
            <p14:sldId id="286"/>
            <p14:sldId id="2147140396"/>
            <p14:sldId id="2147140398"/>
            <p14:sldId id="2147140399"/>
            <p14:sldId id="2147140400"/>
            <p14:sldId id="2147140401"/>
            <p14:sldId id="2147140402"/>
            <p14:sldId id="2147140403"/>
            <p14:sldId id="2147140415"/>
            <p14:sldId id="2147140417"/>
            <p14:sldId id="2147140418"/>
            <p14:sldId id="214714041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2212BB9-A5CF-D335-3301-776C81AF3ABE}" name="Lachlan Vass" initials="LV" userId="S::lachlan.vass@e61.in::3865f71c-c396-40c5-8390-2fc8d944de27" providerId="AD"/>
  <p188:author id="{34CD6AE3-4402-C73C-3D6D-D595530990B9}" name="Jack Buckley" initials="JB" userId="S::jack.buckley@e61.in::28ddcf48-0b29-47ef-8181-0ce27c074e2e" providerId="AD"/>
  <p188:author id="{71CA22F3-774C-2056-8AF6-7BA1CB40250A}" name="Sinn, Joshua" initials="SJ" userId="S::joshua.sinn@accenture.com::611c4376-2cbd-4772-b570-fe288a3c2a7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A7AB"/>
    <a:srgbClr val="004F54"/>
    <a:srgbClr val="2061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>
        <p:scale>
          <a:sx n="111" d="100"/>
          <a:sy n="111" d="100"/>
        </p:scale>
        <p:origin x="1026" y="-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handoutMaster" Target="handoutMasters/handoutMaster1.xml"/><Relationship Id="rId50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microsoft.com/office/2018/10/relationships/authors" Target="author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tags" Target="tags/tag1.xml"/><Relationship Id="rId8" Type="http://schemas.openxmlformats.org/officeDocument/2006/relationships/slide" Target="slides/slide4.xml"/><Relationship Id="rId51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presProps" Target="presProps.xml"/></Relationships>
</file>

<file path=ppt/comments/modernComment_7FFAC33B_E1799BC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7FB755E-BB5E-46B7-8E11-20AC562C9DE9}" authorId="{34CD6AE3-4402-C73C-3D6D-D595530990B9}" created="2022-11-01T00:03:57.9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782843331" sldId="2147140411"/>
      <ac:spMk id="8" creationId="{DED62A1A-3CB8-BDF5-1253-2D06AB83F040}"/>
    </ac:deMkLst>
    <p188:txBody>
      <a:bodyPr/>
      <a:lstStyle/>
      <a:p>
        <a:r>
          <a:rPr lang="en-US"/>
          <a:t>Source of free high-definition images: https://unsplash.com/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C9F452D-FA17-885C-CC89-0DC68658B2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B9CDAA-6A69-3DFF-BE4E-6602CC25B02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F87968-E7C3-4FA2-86D7-7CFDDCA2896A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0F01E9-DBAA-1EA2-4D9A-7E77B5DFA54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DBB76F-B80E-EE0E-9F0D-2AC63789573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08A632-F1EE-40DC-8EB4-831F2F70E7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0771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16A7BE-E113-476D-8DE0-A6138461ACE1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3F2214-1F6F-4D6B-854F-093941A8F6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110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3F2214-1F6F-4D6B-854F-093941A8F69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122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6E8A87-18DA-4CCE-A8C2-BDBC489258C6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2857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3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3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3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3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3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3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3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3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3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4" Type="http://schemas.openxmlformats.org/officeDocument/2006/relationships/image" Target="../media/image3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4" Type="http://schemas.openxmlformats.org/officeDocument/2006/relationships/image" Target="../media/image3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4" Type="http://schemas.openxmlformats.org/officeDocument/2006/relationships/image" Target="../media/image3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4" Type="http://schemas.openxmlformats.org/officeDocument/2006/relationships/image" Target="../media/image3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4" Type="http://schemas.openxmlformats.org/officeDocument/2006/relationships/image" Target="../media/image3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4" Type="http://schemas.openxmlformats.org/officeDocument/2006/relationships/image" Target="../media/image3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Relationship Id="rId4" Type="http://schemas.openxmlformats.org/officeDocument/2006/relationships/image" Target="../media/image3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Relationship Id="rId4" Type="http://schemas.openxmlformats.org/officeDocument/2006/relationships/image" Target="../media/image3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Relationship Id="rId4" Type="http://schemas.openxmlformats.org/officeDocument/2006/relationships/image" Target="../media/image3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Relationship Id="rId4" Type="http://schemas.openxmlformats.org/officeDocument/2006/relationships/image" Target="../media/image3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Relationship Id="rId4" Type="http://schemas.openxmlformats.org/officeDocument/2006/relationships/image" Target="../media/image3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Relationship Id="rId4" Type="http://schemas.openxmlformats.org/officeDocument/2006/relationships/image" Target="../media/image3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Relationship Id="rId4" Type="http://schemas.openxmlformats.org/officeDocument/2006/relationships/image" Target="../media/image3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1/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343770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343565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2756601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5106101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FB1B00-60DD-AE89-42C0-D20DA9257E77}"/>
              </a:ext>
            </a:extLst>
          </p:cNvPr>
          <p:cNvSpPr/>
          <p:nvPr userDrawn="1"/>
        </p:nvSpPr>
        <p:spPr>
          <a:xfrm>
            <a:off x="74556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2756601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5102139" y="34356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503FAF-4D61-241B-6D38-A468ADF7204E}"/>
              </a:ext>
            </a:extLst>
          </p:cNvPr>
          <p:cNvSpPr/>
          <p:nvPr userDrawn="1"/>
        </p:nvSpPr>
        <p:spPr>
          <a:xfrm>
            <a:off x="7447676" y="343563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343562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835446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2/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343770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2756601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5106101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FB1B00-60DD-AE89-42C0-D20DA9257E77}"/>
              </a:ext>
            </a:extLst>
          </p:cNvPr>
          <p:cNvSpPr/>
          <p:nvPr userDrawn="1"/>
        </p:nvSpPr>
        <p:spPr>
          <a:xfrm>
            <a:off x="74556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2756601" y="343565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5102139" y="34356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503FAF-4D61-241B-6D38-A468ADF7204E}"/>
              </a:ext>
            </a:extLst>
          </p:cNvPr>
          <p:cNvSpPr/>
          <p:nvPr userDrawn="1"/>
        </p:nvSpPr>
        <p:spPr>
          <a:xfrm>
            <a:off x="7447676" y="343563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343562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3466308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3/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343770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2756601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5106101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FB1B00-60DD-AE89-42C0-D20DA9257E77}"/>
              </a:ext>
            </a:extLst>
          </p:cNvPr>
          <p:cNvSpPr/>
          <p:nvPr userDrawn="1"/>
        </p:nvSpPr>
        <p:spPr>
          <a:xfrm>
            <a:off x="74556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2756601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5102139" y="343564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503FAF-4D61-241B-6D38-A468ADF7204E}"/>
              </a:ext>
            </a:extLst>
          </p:cNvPr>
          <p:cNvSpPr/>
          <p:nvPr userDrawn="1"/>
        </p:nvSpPr>
        <p:spPr>
          <a:xfrm>
            <a:off x="7447676" y="343563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343562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492673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4/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343770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2756601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5106101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FB1B00-60DD-AE89-42C0-D20DA9257E77}"/>
              </a:ext>
            </a:extLst>
          </p:cNvPr>
          <p:cNvSpPr/>
          <p:nvPr userDrawn="1"/>
        </p:nvSpPr>
        <p:spPr>
          <a:xfrm>
            <a:off x="74556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2756601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5102139" y="34356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503FAF-4D61-241B-6D38-A468ADF7204E}"/>
              </a:ext>
            </a:extLst>
          </p:cNvPr>
          <p:cNvSpPr/>
          <p:nvPr userDrawn="1"/>
        </p:nvSpPr>
        <p:spPr>
          <a:xfrm>
            <a:off x="7447676" y="343563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343562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3127911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5/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343770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2756601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5106101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FB1B00-60DD-AE89-42C0-D20DA9257E77}"/>
              </a:ext>
            </a:extLst>
          </p:cNvPr>
          <p:cNvSpPr/>
          <p:nvPr userDrawn="1"/>
        </p:nvSpPr>
        <p:spPr>
          <a:xfrm>
            <a:off x="74556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2756601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5102139" y="34356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503FAF-4D61-241B-6D38-A468ADF7204E}"/>
              </a:ext>
            </a:extLst>
          </p:cNvPr>
          <p:cNvSpPr/>
          <p:nvPr userDrawn="1"/>
        </p:nvSpPr>
        <p:spPr>
          <a:xfrm>
            <a:off x="7447676" y="343563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343562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3606925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Ap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343770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5106101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Appendix</a:t>
            </a:r>
            <a:endParaRPr lang="en-AU" sz="1200" dirty="0">
              <a:solidFill>
                <a:schemeClr val="tx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5102139" y="343564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3827969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Alt 1/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2949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2744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2756601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5106101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FB1B00-60DD-AE89-42C0-D20DA9257E77}"/>
              </a:ext>
            </a:extLst>
          </p:cNvPr>
          <p:cNvSpPr/>
          <p:nvPr userDrawn="1"/>
        </p:nvSpPr>
        <p:spPr>
          <a:xfrm>
            <a:off x="74556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2756601" y="274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5102139" y="2743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503FAF-4D61-241B-6D38-A468ADF7204E}"/>
              </a:ext>
            </a:extLst>
          </p:cNvPr>
          <p:cNvSpPr/>
          <p:nvPr userDrawn="1"/>
        </p:nvSpPr>
        <p:spPr>
          <a:xfrm>
            <a:off x="7447676" y="2742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2741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922514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Alt 2/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2949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274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2756601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5106101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FB1B00-60DD-AE89-42C0-D20DA9257E77}"/>
              </a:ext>
            </a:extLst>
          </p:cNvPr>
          <p:cNvSpPr/>
          <p:nvPr userDrawn="1"/>
        </p:nvSpPr>
        <p:spPr>
          <a:xfrm>
            <a:off x="74556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2756601" y="2744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5102139" y="2743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503FAF-4D61-241B-6D38-A468ADF7204E}"/>
              </a:ext>
            </a:extLst>
          </p:cNvPr>
          <p:cNvSpPr/>
          <p:nvPr userDrawn="1"/>
        </p:nvSpPr>
        <p:spPr>
          <a:xfrm>
            <a:off x="7447676" y="2742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2741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1526356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Alt 3/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2949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274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2756601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5106101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FB1B00-60DD-AE89-42C0-D20DA9257E77}"/>
              </a:ext>
            </a:extLst>
          </p:cNvPr>
          <p:cNvSpPr/>
          <p:nvPr userDrawn="1"/>
        </p:nvSpPr>
        <p:spPr>
          <a:xfrm>
            <a:off x="74556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2756601" y="274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5102139" y="2743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503FAF-4D61-241B-6D38-A468ADF7204E}"/>
              </a:ext>
            </a:extLst>
          </p:cNvPr>
          <p:cNvSpPr/>
          <p:nvPr userDrawn="1"/>
        </p:nvSpPr>
        <p:spPr>
          <a:xfrm>
            <a:off x="7447676" y="2742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2741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4079992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Alt 4/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2949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274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2756601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5106101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FB1B00-60DD-AE89-42C0-D20DA9257E77}"/>
              </a:ext>
            </a:extLst>
          </p:cNvPr>
          <p:cNvSpPr/>
          <p:nvPr userDrawn="1"/>
        </p:nvSpPr>
        <p:spPr>
          <a:xfrm>
            <a:off x="74556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2756601" y="274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5102139" y="2743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503FAF-4D61-241B-6D38-A468ADF7204E}"/>
              </a:ext>
            </a:extLst>
          </p:cNvPr>
          <p:cNvSpPr/>
          <p:nvPr userDrawn="1"/>
        </p:nvSpPr>
        <p:spPr>
          <a:xfrm>
            <a:off x="7447676" y="2742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2741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3483268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Alt 5/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2949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274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2756601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5106101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FB1B00-60DD-AE89-42C0-D20DA9257E77}"/>
              </a:ext>
            </a:extLst>
          </p:cNvPr>
          <p:cNvSpPr/>
          <p:nvPr userDrawn="1"/>
        </p:nvSpPr>
        <p:spPr>
          <a:xfrm>
            <a:off x="74556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2756601" y="274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5102139" y="2743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503FAF-4D61-241B-6D38-A468ADF7204E}"/>
              </a:ext>
            </a:extLst>
          </p:cNvPr>
          <p:cNvSpPr/>
          <p:nvPr userDrawn="1"/>
        </p:nvSpPr>
        <p:spPr>
          <a:xfrm>
            <a:off x="7447676" y="2742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2741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9745810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Alt Ap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2949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5106101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Appendix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5102139" y="2743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15381707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343770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343565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3539767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FB1B00-60DD-AE89-42C0-D20DA9257E77}"/>
              </a:ext>
            </a:extLst>
          </p:cNvPr>
          <p:cNvSpPr/>
          <p:nvPr userDrawn="1"/>
        </p:nvSpPr>
        <p:spPr>
          <a:xfrm>
            <a:off x="6672434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3535805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503FAF-4D61-241B-6D38-A468ADF7204E}"/>
              </a:ext>
            </a:extLst>
          </p:cNvPr>
          <p:cNvSpPr/>
          <p:nvPr userDrawn="1"/>
        </p:nvSpPr>
        <p:spPr>
          <a:xfrm>
            <a:off x="6664510" y="343563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343562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11646279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2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343770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3539767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FB1B00-60DD-AE89-42C0-D20DA9257E77}"/>
              </a:ext>
            </a:extLst>
          </p:cNvPr>
          <p:cNvSpPr/>
          <p:nvPr userDrawn="1"/>
        </p:nvSpPr>
        <p:spPr>
          <a:xfrm>
            <a:off x="6672434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3535805" y="343565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503FAF-4D61-241B-6D38-A468ADF7204E}"/>
              </a:ext>
            </a:extLst>
          </p:cNvPr>
          <p:cNvSpPr/>
          <p:nvPr userDrawn="1"/>
        </p:nvSpPr>
        <p:spPr>
          <a:xfrm>
            <a:off x="6664510" y="343563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343562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36403866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3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343770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3539767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6672434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3535805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6664510" y="343564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343562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6413238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4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343770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3539767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FB1B00-60DD-AE89-42C0-D20DA9257E77}"/>
              </a:ext>
            </a:extLst>
          </p:cNvPr>
          <p:cNvSpPr/>
          <p:nvPr userDrawn="1"/>
        </p:nvSpPr>
        <p:spPr>
          <a:xfrm>
            <a:off x="6672434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3535805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503FAF-4D61-241B-6D38-A468ADF7204E}"/>
              </a:ext>
            </a:extLst>
          </p:cNvPr>
          <p:cNvSpPr/>
          <p:nvPr userDrawn="1"/>
        </p:nvSpPr>
        <p:spPr>
          <a:xfrm>
            <a:off x="6664510" y="343563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343562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9181775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Alt 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2949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2744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3539767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6672434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3535805" y="274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6664510" y="2743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2741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29954204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Alt 2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2949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274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3539767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6672434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3535805" y="2744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6664510" y="2743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2741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11309126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Alt 3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2949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274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3539767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6672434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3535805" y="274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6664510" y="2743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2741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7687056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cker Alt 4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4617C1-998F-BABB-B672-58757F8B49B4}"/>
              </a:ext>
            </a:extLst>
          </p:cNvPr>
          <p:cNvSpPr/>
          <p:nvPr userDrawn="1"/>
        </p:nvSpPr>
        <p:spPr>
          <a:xfrm>
            <a:off x="0" y="2949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4E814A-67AD-0376-8018-D396961209F9}"/>
              </a:ext>
            </a:extLst>
          </p:cNvPr>
          <p:cNvSpPr/>
          <p:nvPr userDrawn="1"/>
        </p:nvSpPr>
        <p:spPr>
          <a:xfrm>
            <a:off x="407100" y="274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EECD-F4E6-FE01-373F-F6EF721113FE}"/>
              </a:ext>
            </a:extLst>
          </p:cNvPr>
          <p:cNvSpPr/>
          <p:nvPr userDrawn="1"/>
        </p:nvSpPr>
        <p:spPr>
          <a:xfrm>
            <a:off x="407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D886A-7DD0-384E-66D1-7C73E4B404D2}"/>
              </a:ext>
            </a:extLst>
          </p:cNvPr>
          <p:cNvSpPr/>
          <p:nvPr userDrawn="1"/>
        </p:nvSpPr>
        <p:spPr>
          <a:xfrm>
            <a:off x="3539767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9EB9D1-14EF-8CB4-5D66-915D1D663FA7}"/>
              </a:ext>
            </a:extLst>
          </p:cNvPr>
          <p:cNvSpPr/>
          <p:nvPr userDrawn="1"/>
        </p:nvSpPr>
        <p:spPr>
          <a:xfrm>
            <a:off x="6672434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1D390B-CE01-6D47-0B58-0D1BA5C82FA5}"/>
              </a:ext>
            </a:extLst>
          </p:cNvPr>
          <p:cNvSpPr/>
          <p:nvPr userDrawn="1"/>
        </p:nvSpPr>
        <p:spPr>
          <a:xfrm>
            <a:off x="9805100" y="68807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3BB1E6-BF42-C8B4-4A21-11143FDD27D8}"/>
              </a:ext>
            </a:extLst>
          </p:cNvPr>
          <p:cNvSpPr/>
          <p:nvPr userDrawn="1"/>
        </p:nvSpPr>
        <p:spPr>
          <a:xfrm>
            <a:off x="3535805" y="274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295B5C-8C45-B6D5-118C-D92163FD82D9}"/>
              </a:ext>
            </a:extLst>
          </p:cNvPr>
          <p:cNvSpPr/>
          <p:nvPr userDrawn="1"/>
        </p:nvSpPr>
        <p:spPr>
          <a:xfrm>
            <a:off x="6664510" y="2743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0F1C8B-5896-88A6-5EDA-164A77B5481A}"/>
              </a:ext>
            </a:extLst>
          </p:cNvPr>
          <p:cNvSpPr/>
          <p:nvPr userDrawn="1"/>
        </p:nvSpPr>
        <p:spPr>
          <a:xfrm>
            <a:off x="9793214" y="2741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3975366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o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CCB03E8-089D-0ACD-1D05-C59964D50E2F}"/>
              </a:ext>
            </a:extLst>
          </p:cNvPr>
          <p:cNvSpPr/>
          <p:nvPr userDrawn="1"/>
        </p:nvSpPr>
        <p:spPr>
          <a:xfrm>
            <a:off x="0" y="350761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42143CB0-80E3-8AB0-053D-E52E19E92F6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-199" y="26127"/>
            <a:ext cx="1980000" cy="291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algn="ctr">
              <a:defRPr lang="en-US" sz="1200" smtClean="0">
                <a:solidFill>
                  <a:schemeClr val="tx1"/>
                </a:solidFill>
                <a:latin typeface="+mj-lt"/>
                <a:ea typeface="+mn-ea"/>
              </a:defRPr>
            </a:lvl1pPr>
            <a:lvl2pPr>
              <a:defRPr lang="en-US" sz="1800" smtClean="0">
                <a:solidFill>
                  <a:schemeClr val="lt1"/>
                </a:solidFill>
                <a:ea typeface="+mn-ea"/>
                <a:cs typeface="+mn-cs"/>
              </a:defRPr>
            </a:lvl2pPr>
            <a:lvl3pPr>
              <a:defRPr lang="en-US" sz="1800" smtClean="0">
                <a:solidFill>
                  <a:schemeClr val="lt1"/>
                </a:solidFill>
                <a:ea typeface="+mn-ea"/>
                <a:cs typeface="+mn-cs"/>
              </a:defRPr>
            </a:lvl3pPr>
            <a:lvl4pPr>
              <a:defRPr lang="en-US" sz="1800" smtClean="0">
                <a:solidFill>
                  <a:schemeClr val="lt1"/>
                </a:solidFill>
                <a:ea typeface="+mn-ea"/>
                <a:cs typeface="+mn-cs"/>
              </a:defRPr>
            </a:lvl4pPr>
            <a:lvl5pPr>
              <a:defRPr lang="en-AU" sz="1800">
                <a:solidFill>
                  <a:schemeClr val="lt1"/>
                </a:solidFill>
                <a:ea typeface="+mn-ea"/>
                <a:cs typeface="+mn-cs"/>
              </a:defRPr>
            </a:lvl5pPr>
          </a:lstStyle>
          <a:p>
            <a:pPr lvl="0" defTabSz="914400" latinLnBrk="0"/>
            <a:r>
              <a:rPr lang="en-US"/>
              <a:t>Section name here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2766863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Object 13" hidden="1">
            <a:extLst>
              <a:ext uri="{FF2B5EF4-FFF2-40B4-BE49-F238E27FC236}">
                <a16:creationId xmlns:a16="http://schemas.microsoft.com/office/drawing/2014/main" id="{9027F242-DDAF-B053-93FE-EC12F9D0D9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32919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Object 13" hidden="1">
                        <a:extLst>
                          <a:ext uri="{FF2B5EF4-FFF2-40B4-BE49-F238E27FC236}">
                            <a16:creationId xmlns:a16="http://schemas.microsoft.com/office/drawing/2014/main" id="{9027F242-DDAF-B053-93FE-EC12F9D0D9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F1EE6-CC2E-D070-A90B-647278E14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9CA66-3B81-6EAF-89CE-191E07E8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70BEA7-0BC2-CD56-A017-D27D458E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417" y="580221"/>
            <a:ext cx="11459365" cy="700597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4267445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EF090DBB-DBAB-499B-B31E-9C5FEBA1D20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607693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81" imgH="381" progId="TCLayout.ActiveDocument.1">
                  <p:embed/>
                </p:oleObj>
              </mc:Choice>
              <mc:Fallback>
                <p:oleObj name="think-cell Slide" r:id="rId3" imgW="381" imgH="381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EF090DBB-DBAB-499B-B31E-9C5FEBA1D2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Rectangle 28">
            <a:extLst>
              <a:ext uri="{FF2B5EF4-FFF2-40B4-BE49-F238E27FC236}">
                <a16:creationId xmlns:a16="http://schemas.microsoft.com/office/drawing/2014/main" id="{2AED96BB-361A-4F3E-A7CB-D1560FDE9F2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D3CA51-1D19-4ADC-908F-13F64C03CB2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07417" y="3925156"/>
            <a:ext cx="4698834" cy="1181862"/>
          </a:xfrm>
          <a:prstGeom prst="rect">
            <a:avLst/>
          </a:prstGeom>
        </p:spPr>
        <p:txBody>
          <a:bodyPr vert="horz" wrap="square" lIns="0" tIns="0" rIns="0" bIns="0" anchor="b">
            <a:spAutoFit/>
          </a:bodyPr>
          <a:lstStyle>
            <a:lvl1pPr algn="ctr">
              <a:defRPr sz="3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Place presentation title here in sentence case, max 3 lines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62FDB2B-16C1-4564-B415-DBBBCF0037B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3811" y="1475802"/>
            <a:ext cx="2726046" cy="1953198"/>
          </a:xfrm>
          <a:prstGeom prst="rect">
            <a:avLst/>
          </a:prstGeom>
        </p:spPr>
      </p:pic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4C01ECE-843C-4618-8C3A-082A62CB3D4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207417" y="5334153"/>
            <a:ext cx="4698834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6" indent="0">
              <a:buNone/>
              <a:defRPr/>
            </a:lvl2pPr>
            <a:lvl3pPr marL="914411" indent="0">
              <a:buNone/>
              <a:defRPr/>
            </a:lvl3pPr>
            <a:lvl4pPr marL="1371617" indent="0">
              <a:buNone/>
              <a:defRPr/>
            </a:lvl4pPr>
            <a:lvl5pPr marL="1828823" indent="0">
              <a:buNone/>
              <a:defRPr/>
            </a:lvl5pPr>
          </a:lstStyle>
          <a:p>
            <a:pPr lvl="0"/>
            <a:r>
              <a:rPr lang="en-US"/>
              <a:t>Event title – event date</a:t>
            </a:r>
          </a:p>
        </p:txBody>
      </p:sp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9F417C3A-BBD1-0EAC-6A37-12CE6587C5B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" y="0"/>
            <a:ext cx="6921666" cy="6858000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Insert image </a:t>
            </a:r>
          </a:p>
          <a:p>
            <a:r>
              <a:rPr lang="en-US"/>
              <a:t>(try: https://unsplash.com/)</a:t>
            </a:r>
          </a:p>
        </p:txBody>
      </p:sp>
    </p:spTree>
    <p:extLst>
      <p:ext uri="{BB962C8B-B14F-4D97-AF65-F5344CB8AC3E}">
        <p14:creationId xmlns:p14="http://schemas.microsoft.com/office/powerpoint/2010/main" val="22100435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2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in sentence case, max 3 lines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3970736"/>
            <a:ext cx="6884562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>
                    <a:lumMod val="95000"/>
                  </a:schemeClr>
                </a:solidFill>
                <a:latin typeface="GT Sectra Fine"/>
              </a:defRPr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1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pPr marL="0" lvl="0" indent="0" algn="l" defTabSz="91441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subtitle here in GT Sectra Fine 24pt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5"/>
            <a:ext cx="4114798" cy="530687"/>
          </a:xfrm>
        </p:spPr>
        <p:txBody>
          <a:bodyPr/>
          <a:lstStyle>
            <a:lvl1pPr marL="0" indent="0" algn="l" defTabSz="914411" rtl="0" eaLnBrk="1" latinLnBrk="0" hangingPunct="1">
              <a:spcAft>
                <a:spcPts val="0"/>
              </a:spcAft>
              <a:buNone/>
              <a:defRPr lang="en-US" sz="16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11" rtl="0" eaLnBrk="1" latinLnBrk="0" hangingPunct="1">
              <a:spcAft>
                <a:spcPts val="0"/>
              </a:spcAft>
              <a:defRPr lang="en-US" sz="1401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11" rtl="0" eaLnBrk="1" latinLnBrk="0" hangingPunct="1">
              <a:spcAft>
                <a:spcPts val="0"/>
              </a:spcAft>
              <a:defRPr lang="en-US" sz="1401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11" rtl="0" eaLnBrk="1" latinLnBrk="0" hangingPunct="1">
              <a:spcAft>
                <a:spcPts val="0"/>
              </a:spcAft>
              <a:defRPr lang="en-US" sz="1401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11" rtl="0" eaLnBrk="1" latinLnBrk="0" hangingPunct="1">
              <a:spcAft>
                <a:spcPts val="0"/>
              </a:spcAft>
              <a:defRPr lang="en-US" sz="1401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Date (DD MMMM YYYY)</a:t>
            </a:r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E5A68FC7-26B5-D447-0F4F-4539456AF0C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3521" y="4788067"/>
            <a:ext cx="1965317" cy="1298408"/>
          </a:xfrm>
          <a:prstGeom prst="rect">
            <a:avLst/>
          </a:prstGeom>
        </p:spPr>
      </p:pic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1F6C5752-FCAA-86D8-96A8-435178EF852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9092" y="5004444"/>
            <a:ext cx="4114800" cy="348141"/>
          </a:xfrm>
          <a:prstGeom prst="rect">
            <a:avLst/>
          </a:prstGeom>
        </p:spPr>
        <p:txBody>
          <a:bodyPr/>
          <a:lstStyle>
            <a:lvl1pPr>
              <a:defRPr lang="en-US" sz="1600" b="0" i="0" kern="1200" spc="0" dirty="0" smtClean="0">
                <a:solidFill>
                  <a:schemeClr val="tx1">
                    <a:lumMod val="95000"/>
                  </a:schemeClr>
                </a:solidFill>
                <a:latin typeface="+mj-lt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Presenters</a:t>
            </a:r>
          </a:p>
        </p:txBody>
      </p:sp>
    </p:spTree>
    <p:extLst>
      <p:ext uri="{BB962C8B-B14F-4D97-AF65-F5344CB8AC3E}">
        <p14:creationId xmlns:p14="http://schemas.microsoft.com/office/powerpoint/2010/main" val="30914830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400" userDrawn="1">
          <p15:clr>
            <a:srgbClr val="5ACBF0"/>
          </p15:clr>
        </p15:guide>
        <p15:guide id="2" orient="horz" pos="2520" userDrawn="1">
          <p15:clr>
            <a:srgbClr val="5ACBF0"/>
          </p15:clr>
        </p15:guide>
        <p15:guide id="3" pos="720" userDrawn="1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1" y="2182000"/>
            <a:ext cx="3267012" cy="286957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bg2"/>
                </a:solidFill>
                <a:latin typeface="GT Sectra Fine" panose="00000500000000000000" pitchFamily="50" charset="0"/>
              </a:defRPr>
            </a:lvl1pPr>
            <a:lvl2pPr marL="0" indent="0">
              <a:buNone/>
              <a:defRPr sz="1801"/>
            </a:lvl2pPr>
            <a:lvl3pPr marL="228604">
              <a:buFont typeface="Arial" panose="020B0604020202020204" pitchFamily="34" charset="0"/>
              <a:buChar char="•"/>
              <a:defRPr sz="1801"/>
            </a:lvl3pPr>
            <a:lvl4pPr marL="457206">
              <a:buFont typeface="System Font"/>
              <a:buChar char="–"/>
              <a:defRPr sz="1600"/>
            </a:lvl4pPr>
            <a:lvl5pPr marL="685809"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/>
              <a:t>Place agenda summary here in GT Sectra Fine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2" y="1371601"/>
            <a:ext cx="3267012" cy="810399"/>
          </a:xfrm>
          <a:prstGeom prst="rect">
            <a:avLst/>
          </a:prstGeom>
        </p:spPr>
        <p:txBody>
          <a:bodyPr/>
          <a:lstStyle/>
          <a:p>
            <a:r>
              <a:rPr lang="en-GB"/>
              <a:t>Agenda</a:t>
            </a:r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3" y="1371600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57" name="Text Placeholder 17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3" y="1976479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59" name="Text Placeholder 17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3" y="2581356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61" name="Text Placeholder 17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3" y="3186234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63" name="Text Placeholder 17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3" y="3791113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65" name="Text Placeholder 17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3" y="4395990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67" name="Text Placeholder 17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3" y="5000868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69" name="Text Placeholder 17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3" y="5605747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29" name="Text Placeholder 17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284358" y="1371600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284358" y="1976479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284358" y="2581356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284358" y="3186234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284358" y="3791113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284358" y="4395990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5" name="Text Placeholder 17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284358" y="5000868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284358" y="5605747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</a:extLst>
          </p:cNvPr>
          <p:cNvCxnSpPr>
            <a:cxnSpLocks/>
          </p:cNvCxnSpPr>
          <p:nvPr userDrawn="1"/>
        </p:nvCxnSpPr>
        <p:spPr>
          <a:xfrm>
            <a:off x="4045241" y="1371601"/>
            <a:ext cx="0" cy="333274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 Placeholder 17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59" y="1371600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87" name="Text Placeholder 17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59" y="1976479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88" name="Text Placeholder 17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59" y="2581356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89" name="Text Placeholder 17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59" y="3186234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90" name="Text Placeholder 17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59" y="3791113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91" name="Text Placeholder 17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59" y="4395990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92" name="Text Placeholder 17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59" y="5000868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93" name="Text Placeholder 17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59" y="5605747"/>
            <a:ext cx="2953038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sz="1600"/>
            </a:lvl1pPr>
          </a:lstStyle>
          <a:p>
            <a:pPr lvl="0"/>
            <a:r>
              <a:rPr lang="en-GB"/>
              <a:t>Agenda item</a:t>
            </a:r>
            <a:endParaRPr lang="en-US"/>
          </a:p>
        </p:txBody>
      </p:sp>
      <p:sp>
        <p:nvSpPr>
          <p:cNvPr id="94" name="Text Placeholder 17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195094" y="1371600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5" name="Text Placeholder 17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195094" y="1976479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6" name="Text Placeholder 17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195094" y="2581356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7" name="Text Placeholder 17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195094" y="3186234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8" name="Text Placeholder 1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195094" y="3791113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9" name="Text Placeholder 17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195094" y="4395990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0" name="Text Placeholder 17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195094" y="5000868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1" name="Text Placeholder 17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195094" y="5605747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1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FC4F5B-DE83-214A-95EA-68339F579CF1}"/>
              </a:ext>
            </a:extLst>
          </p:cNvPr>
          <p:cNvSpPr txBox="1"/>
          <p:nvPr userDrawn="1"/>
        </p:nvSpPr>
        <p:spPr>
          <a:xfrm>
            <a:off x="9290304" y="660196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4">
              <a:spcAft>
                <a:spcPts val="1200"/>
              </a:spcAft>
            </a:pPr>
            <a:endParaRPr lang="en-US" sz="1801" noProof="0"/>
          </a:p>
        </p:txBody>
      </p:sp>
    </p:spTree>
    <p:extLst>
      <p:ext uri="{BB962C8B-B14F-4D97-AF65-F5344CB8AC3E}">
        <p14:creationId xmlns:p14="http://schemas.microsoft.com/office/powerpoint/2010/main" val="27582992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4" userDrawn="1">
          <p15:clr>
            <a:srgbClr val="5ACBF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D8A76DE-ECA0-60F4-575C-02C4077408B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092545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D8A76DE-ECA0-60F4-575C-02C4077408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7B9E7BD-B7D1-FF01-F546-0CADB6C2F4C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25550" y="2909333"/>
            <a:ext cx="9389031" cy="1039334"/>
          </a:xfrm>
          <a:prstGeom prst="rect">
            <a:avLst/>
          </a:prstGeom>
        </p:spPr>
        <p:txBody>
          <a:bodyPr anchor="ctr"/>
          <a:lstStyle>
            <a:lvl1pPr>
              <a:defRPr sz="3200" b="1"/>
            </a:lvl1pPr>
          </a:lstStyle>
          <a:p>
            <a:pPr lvl="0"/>
            <a:r>
              <a:rPr lang="en-US"/>
              <a:t>## - Place section title here in sentence case, max 2 lines </a:t>
            </a:r>
          </a:p>
        </p:txBody>
      </p:sp>
    </p:spTree>
    <p:extLst>
      <p:ext uri="{BB962C8B-B14F-4D97-AF65-F5344CB8AC3E}">
        <p14:creationId xmlns:p14="http://schemas.microsoft.com/office/powerpoint/2010/main" val="6094456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ags" Target="../tags/tag3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Relationship Id="rId30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DBCE4D4F-8CCC-404C-840E-8A45E07645C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8"/>
            </p:custDataLst>
            <p:extLst>
              <p:ext uri="{D42A27DB-BD31-4B8C-83A1-F6EECF244321}">
                <p14:modId xmlns:p14="http://schemas.microsoft.com/office/powerpoint/2010/main" val="105608378"/>
              </p:ext>
            </p:extLst>
          </p:nvPr>
        </p:nvGraphicFramePr>
        <p:xfrm>
          <a:off x="1588" y="1587"/>
          <a:ext cx="1589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0" imgW="395" imgH="394" progId="TCLayout.ActiveDocument.1">
                  <p:embed/>
                </p:oleObj>
              </mc:Choice>
              <mc:Fallback>
                <p:oleObj name="think-cell Slide" r:id="rId30" imgW="395" imgH="394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DBCE4D4F-8CCC-404C-840E-8A45E07645C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1588" y="1587"/>
                        <a:ext cx="1589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DC4AAB9D-85C6-43AB-8696-D55AD6DDE24E}"/>
              </a:ext>
            </a:extLst>
          </p:cNvPr>
          <p:cNvSpPr/>
          <p:nvPr userDrawn="1">
            <p:custDataLst>
              <p:tags r:id="rId29"/>
            </p:custDataLst>
          </p:nvPr>
        </p:nvSpPr>
        <p:spPr>
          <a:xfrm>
            <a:off x="0" y="1"/>
            <a:ext cx="158812" cy="158713"/>
          </a:xfrm>
          <a:prstGeom prst="rect">
            <a:avLst/>
          </a:prstGeom>
          <a:solidFill>
            <a:schemeClr val="accent2"/>
          </a:solidFill>
          <a:ln w="19050">
            <a:noFill/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3598" b="1" i="0" baseline="0">
              <a:solidFill>
                <a:schemeClr val="bg1"/>
              </a:solidFill>
              <a:latin typeface="Graphik" panose="020B0503030202060203" pitchFamily="34" charset="0"/>
              <a:cs typeface="Arial" panose="020B0604020202020204" pitchFamily="34" charset="0"/>
              <a:sym typeface="Graphik" panose="020B0503030202060203" pitchFamily="34" charset="0"/>
            </a:endParaRPr>
          </a:p>
        </p:txBody>
      </p:sp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E029236F-8D4F-46BA-A33A-11E2F113A7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flipH="1">
            <a:off x="10946922" y="6401006"/>
            <a:ext cx="561476" cy="273402"/>
          </a:xfrm>
          <a:prstGeom prst="rect">
            <a:avLst/>
          </a:prstGeom>
        </p:spPr>
        <p:txBody>
          <a:bodyPr tIns="0" bIns="0" anchor="b"/>
          <a:lstStyle>
            <a:lvl1pPr algn="l">
              <a:defRPr sz="1001" b="0">
                <a:solidFill>
                  <a:schemeClr val="tx1"/>
                </a:solidFill>
                <a:latin typeface="+mj-lt"/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6">
            <a:extLst>
              <a:ext uri="{FF2B5EF4-FFF2-40B4-BE49-F238E27FC236}">
                <a16:creationId xmlns:a16="http://schemas.microsoft.com/office/drawing/2014/main" id="{37E62055-3E0F-4EBB-A962-F9600119E4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5739" y="6402651"/>
            <a:ext cx="3733634" cy="270112"/>
          </a:xfrm>
          <a:prstGeom prst="rect">
            <a:avLst/>
          </a:prstGeom>
        </p:spPr>
        <p:txBody>
          <a:bodyPr tIns="0" bIns="0" anchor="ctr"/>
          <a:lstStyle>
            <a:lvl1pPr algn="l">
              <a:defRPr sz="800">
                <a:solidFill>
                  <a:schemeClr val="tx1">
                    <a:alpha val="50000"/>
                  </a:schemeClr>
                </a:solidFill>
                <a:latin typeface="+mn-lt"/>
              </a:defRPr>
            </a:lvl1pPr>
          </a:lstStyle>
          <a:p>
            <a:r>
              <a:rPr lang="en-GB"/>
              <a:t>Source:</a:t>
            </a:r>
          </a:p>
        </p:txBody>
      </p: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A66CE9E3-35BA-4A0B-8098-8A65954FE472}"/>
              </a:ext>
            </a:extLst>
          </p:cNvPr>
          <p:cNvPicPr>
            <a:picLocks noChangeAspect="1"/>
          </p:cNvPicPr>
          <p:nvPr userDrawn="1"/>
        </p:nvPicPr>
        <p:blipFill>
          <a:blip r:embed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8897" y="6393635"/>
            <a:ext cx="350924" cy="288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98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20" r:id="rId2"/>
    <p:sldLayoutId id="2147483721" r:id="rId3"/>
    <p:sldLayoutId id="2147483722" r:id="rId4"/>
    <p:sldLayoutId id="2147483726" r:id="rId5"/>
    <p:sldLayoutId id="2147483740" r:id="rId6"/>
    <p:sldLayoutId id="2147483725" r:id="rId7"/>
    <p:sldLayoutId id="2147483727" r:id="rId8"/>
    <p:sldLayoutId id="2147483728" r:id="rId9"/>
    <p:sldLayoutId id="2147483729" r:id="rId10"/>
    <p:sldLayoutId id="2147483730" r:id="rId11"/>
    <p:sldLayoutId id="2147483739" r:id="rId12"/>
    <p:sldLayoutId id="2147483735" r:id="rId13"/>
    <p:sldLayoutId id="2147483736" r:id="rId14"/>
    <p:sldLayoutId id="2147483737" r:id="rId15"/>
    <p:sldLayoutId id="2147483738" r:id="rId16"/>
    <p:sldLayoutId id="2147483731" r:id="rId17"/>
    <p:sldLayoutId id="2147483732" r:id="rId18"/>
    <p:sldLayoutId id="2147483733" r:id="rId19"/>
    <p:sldLayoutId id="2147483734" r:id="rId20"/>
    <p:sldLayoutId id="2147483710" r:id="rId21"/>
    <p:sldLayoutId id="2147483719" r:id="rId22"/>
    <p:sldLayoutId id="2147483706" r:id="rId23"/>
    <p:sldLayoutId id="2147483712" r:id="rId24"/>
    <p:sldLayoutId id="2147483707" r:id="rId25"/>
    <p:sldLayoutId id="2147483708" r:id="rId26"/>
  </p:sldLayoutIdLst>
  <p:hf hdr="0" ftr="0" dt="0"/>
  <p:txStyles>
    <p:titleStyle>
      <a:lvl1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buFont typeface="Arial" charset="0"/>
        <a:defRPr lang="en-AU" sz="2800" b="1" i="0" kern="1200" cap="none" spc="-149" baseline="0" dirty="0" smtClean="0">
          <a:solidFill>
            <a:schemeClr val="tx1"/>
          </a:solidFill>
          <a:latin typeface="+mj-lt"/>
          <a:ea typeface="Roboto Black" panose="02000000000000000000" pitchFamily="2" charset="0"/>
          <a:cs typeface="Arial" panose="020B0604020202020204" pitchFamily="34" charset="0"/>
        </a:defRPr>
      </a:lvl1pPr>
      <a:lvl2pPr algn="l" rtl="0" eaLnBrk="1" fontAlgn="base" hangingPunct="1">
        <a:lnSpc>
          <a:spcPts val="3465"/>
        </a:lnSpc>
        <a:spcBef>
          <a:spcPct val="0"/>
        </a:spcBef>
        <a:spcAft>
          <a:spcPct val="0"/>
        </a:spcAft>
        <a:buFont typeface="Arial" charset="0"/>
        <a:defRPr sz="3198">
          <a:solidFill>
            <a:schemeClr val="tx1"/>
          </a:solidFill>
          <a:latin typeface="Arial" pitchFamily="-105" charset="-52"/>
          <a:ea typeface="Arial" pitchFamily="-105" charset="-52"/>
          <a:cs typeface="Arial" pitchFamily="-105" charset="-52"/>
        </a:defRPr>
      </a:lvl2pPr>
      <a:lvl3pPr algn="l" rtl="0" eaLnBrk="1" fontAlgn="base" hangingPunct="1">
        <a:lnSpc>
          <a:spcPts val="3465"/>
        </a:lnSpc>
        <a:spcBef>
          <a:spcPct val="0"/>
        </a:spcBef>
        <a:spcAft>
          <a:spcPct val="0"/>
        </a:spcAft>
        <a:buFont typeface="Arial" charset="0"/>
        <a:defRPr sz="3198">
          <a:solidFill>
            <a:schemeClr val="tx1"/>
          </a:solidFill>
          <a:latin typeface="Arial" pitchFamily="-105" charset="-52"/>
          <a:ea typeface="Arial" pitchFamily="-105" charset="-52"/>
          <a:cs typeface="Arial" pitchFamily="-105" charset="-52"/>
        </a:defRPr>
      </a:lvl3pPr>
      <a:lvl4pPr algn="l" rtl="0" eaLnBrk="1" fontAlgn="base" hangingPunct="1">
        <a:lnSpc>
          <a:spcPts val="3465"/>
        </a:lnSpc>
        <a:spcBef>
          <a:spcPct val="0"/>
        </a:spcBef>
        <a:spcAft>
          <a:spcPct val="0"/>
        </a:spcAft>
        <a:buFont typeface="Arial" charset="0"/>
        <a:defRPr sz="3198">
          <a:solidFill>
            <a:schemeClr val="tx1"/>
          </a:solidFill>
          <a:latin typeface="Arial" pitchFamily="-105" charset="-52"/>
          <a:ea typeface="Arial" pitchFamily="-105" charset="-52"/>
          <a:cs typeface="Arial" pitchFamily="-105" charset="-52"/>
        </a:defRPr>
      </a:lvl4pPr>
      <a:lvl5pPr algn="l" rtl="0" eaLnBrk="1" fontAlgn="base" hangingPunct="1">
        <a:lnSpc>
          <a:spcPts val="3465"/>
        </a:lnSpc>
        <a:spcBef>
          <a:spcPct val="0"/>
        </a:spcBef>
        <a:spcAft>
          <a:spcPct val="0"/>
        </a:spcAft>
        <a:buFont typeface="Arial" charset="0"/>
        <a:defRPr sz="3198">
          <a:solidFill>
            <a:schemeClr val="tx1"/>
          </a:solidFill>
          <a:latin typeface="Arial" pitchFamily="-105" charset="-52"/>
          <a:ea typeface="Arial" pitchFamily="-105" charset="-52"/>
          <a:cs typeface="Arial" pitchFamily="-105" charset="-52"/>
        </a:defRPr>
      </a:lvl5pPr>
      <a:lvl6pPr marL="609329" algn="l" rtl="0" eaLnBrk="1" fontAlgn="base" hangingPunct="1">
        <a:spcBef>
          <a:spcPct val="0"/>
        </a:spcBef>
        <a:spcAft>
          <a:spcPct val="0"/>
        </a:spcAft>
        <a:buFont typeface="Arial" pitchFamily="-105" charset="-52"/>
        <a:defRPr sz="3499">
          <a:solidFill>
            <a:schemeClr val="tx1"/>
          </a:solidFill>
          <a:latin typeface="Arial" pitchFamily="-105" charset="-52"/>
          <a:ea typeface="Arial" pitchFamily="-105" charset="-52"/>
          <a:cs typeface="Arial" pitchFamily="-105" charset="-52"/>
        </a:defRPr>
      </a:lvl6pPr>
      <a:lvl7pPr marL="1218657" algn="l" rtl="0" eaLnBrk="1" fontAlgn="base" hangingPunct="1">
        <a:spcBef>
          <a:spcPct val="0"/>
        </a:spcBef>
        <a:spcAft>
          <a:spcPct val="0"/>
        </a:spcAft>
        <a:buFont typeface="Arial" pitchFamily="-105" charset="-52"/>
        <a:defRPr sz="3499">
          <a:solidFill>
            <a:schemeClr val="tx1"/>
          </a:solidFill>
          <a:latin typeface="Arial" pitchFamily="-105" charset="-52"/>
          <a:ea typeface="Arial" pitchFamily="-105" charset="-52"/>
          <a:cs typeface="Arial" pitchFamily="-105" charset="-52"/>
        </a:defRPr>
      </a:lvl7pPr>
      <a:lvl8pPr marL="1827986" algn="l" rtl="0" eaLnBrk="1" fontAlgn="base" hangingPunct="1">
        <a:spcBef>
          <a:spcPct val="0"/>
        </a:spcBef>
        <a:spcAft>
          <a:spcPct val="0"/>
        </a:spcAft>
        <a:buFont typeface="Arial" pitchFamily="-105" charset="-52"/>
        <a:defRPr sz="3499">
          <a:solidFill>
            <a:schemeClr val="tx1"/>
          </a:solidFill>
          <a:latin typeface="Arial" pitchFamily="-105" charset="-52"/>
          <a:ea typeface="Arial" pitchFamily="-105" charset="-52"/>
          <a:cs typeface="Arial" pitchFamily="-105" charset="-52"/>
        </a:defRPr>
      </a:lvl8pPr>
      <a:lvl9pPr marL="2437314" algn="l" rtl="0" eaLnBrk="1" fontAlgn="base" hangingPunct="1">
        <a:spcBef>
          <a:spcPct val="0"/>
        </a:spcBef>
        <a:spcAft>
          <a:spcPct val="0"/>
        </a:spcAft>
        <a:buFont typeface="Arial" pitchFamily="-105" charset="-52"/>
        <a:defRPr sz="3499">
          <a:solidFill>
            <a:schemeClr val="tx1"/>
          </a:solidFill>
          <a:latin typeface="Arial" pitchFamily="-105" charset="-52"/>
          <a:ea typeface="Arial" pitchFamily="-105" charset="-52"/>
          <a:cs typeface="Arial" pitchFamily="-105" charset="-52"/>
        </a:defRPr>
      </a:lvl9pPr>
    </p:titleStyle>
    <p:bodyStyle>
      <a:lvl1pPr marL="0" indent="0" algn="l" rtl="0" eaLnBrk="1" fontAlgn="base" hangingPunct="1">
        <a:lnSpc>
          <a:spcPct val="100000"/>
        </a:lnSpc>
        <a:spcBef>
          <a:spcPts val="601"/>
        </a:spcBef>
        <a:spcAft>
          <a:spcPct val="0"/>
        </a:spcAft>
        <a:buFont typeface="Arial" pitchFamily="34" charset="0"/>
        <a:buNone/>
        <a:defRPr sz="1801" b="0" i="0" kern="1200">
          <a:solidFill>
            <a:schemeClr val="tx1"/>
          </a:solidFill>
          <a:latin typeface="+mn-lt"/>
          <a:ea typeface="Roboto" panose="02000000000000000000" pitchFamily="2" charset="0"/>
          <a:cs typeface="Arial" panose="020B0604020202020204" pitchFamily="34" charset="0"/>
        </a:defRPr>
      </a:lvl1pPr>
      <a:lvl2pPr marL="215960" indent="-215960" algn="l" rtl="0" eaLnBrk="1" fontAlgn="base" hangingPunct="1">
        <a:lnSpc>
          <a:spcPct val="100000"/>
        </a:lnSpc>
        <a:spcBef>
          <a:spcPts val="601"/>
        </a:spcBef>
        <a:spcAft>
          <a:spcPct val="0"/>
        </a:spcAft>
        <a:buFont typeface="Arial" pitchFamily="34" charset="0"/>
        <a:buChar char="•"/>
        <a:defRPr sz="1801" b="0" i="0" kern="1200">
          <a:solidFill>
            <a:schemeClr val="tx1"/>
          </a:solidFill>
          <a:latin typeface="+mn-lt"/>
          <a:ea typeface="Roboto" panose="02000000000000000000" pitchFamily="2" charset="0"/>
          <a:cs typeface="Arial" panose="020B0604020202020204" pitchFamily="34" charset="0"/>
        </a:defRPr>
      </a:lvl2pPr>
      <a:lvl3pPr marL="431920" indent="-215960" algn="l" rtl="0" eaLnBrk="1" fontAlgn="base" hangingPunct="1">
        <a:lnSpc>
          <a:spcPct val="100000"/>
        </a:lnSpc>
        <a:spcBef>
          <a:spcPts val="601"/>
        </a:spcBef>
        <a:spcAft>
          <a:spcPct val="0"/>
        </a:spcAft>
        <a:buFont typeface="Arial" pitchFamily="34" charset="0"/>
        <a:buChar char="‒"/>
        <a:tabLst/>
        <a:defRPr sz="1801" b="0" i="0" kern="1200">
          <a:solidFill>
            <a:schemeClr val="tx1"/>
          </a:solidFill>
          <a:latin typeface="+mn-lt"/>
          <a:ea typeface="Roboto" panose="02000000000000000000" pitchFamily="2" charset="0"/>
          <a:cs typeface="Arial" panose="020B0604020202020204" pitchFamily="34" charset="0"/>
        </a:defRPr>
      </a:lvl3pPr>
      <a:lvl4pPr marL="611885" indent="-215960" algn="l" rtl="0" eaLnBrk="1" fontAlgn="base" hangingPunct="1">
        <a:lnSpc>
          <a:spcPct val="100000"/>
        </a:lnSpc>
        <a:spcBef>
          <a:spcPts val="601"/>
        </a:spcBef>
        <a:spcAft>
          <a:spcPct val="0"/>
        </a:spcAft>
        <a:buFont typeface="Arial" pitchFamily="34" charset="0"/>
        <a:buChar char="•"/>
        <a:defRPr sz="1801" b="0" i="0" kern="1200">
          <a:solidFill>
            <a:schemeClr val="tx1"/>
          </a:solidFill>
          <a:latin typeface="+mn-lt"/>
          <a:ea typeface="Roboto" panose="02000000000000000000" pitchFamily="2" charset="0"/>
          <a:cs typeface="Arial" panose="020B0604020202020204" pitchFamily="34" charset="0"/>
        </a:defRPr>
      </a:lvl4pPr>
      <a:lvl5pPr marL="863838" indent="-215960" algn="l" rtl="0" eaLnBrk="1" fontAlgn="base" hangingPunct="1">
        <a:lnSpc>
          <a:spcPct val="100000"/>
        </a:lnSpc>
        <a:spcBef>
          <a:spcPts val="601"/>
        </a:spcBef>
        <a:spcAft>
          <a:spcPct val="0"/>
        </a:spcAft>
        <a:buFont typeface="Arial" pitchFamily="34" charset="0"/>
        <a:buChar char="‒"/>
        <a:defRPr sz="1801" b="0" i="0" kern="1200">
          <a:solidFill>
            <a:schemeClr val="tx1"/>
          </a:solidFill>
          <a:latin typeface="+mn-lt"/>
          <a:ea typeface="Roboto" panose="02000000000000000000" pitchFamily="2" charset="0"/>
          <a:cs typeface="Arial" panose="020B0604020202020204" pitchFamily="34" charset="0"/>
        </a:defRPr>
      </a:lvl5pPr>
      <a:lvl6pPr marL="3351304" indent="-304665" algn="l" defTabSz="1218657" rtl="0" eaLnBrk="1" latinLnBrk="0" hangingPunct="1">
        <a:spcBef>
          <a:spcPct val="20000"/>
        </a:spcBef>
        <a:buFont typeface="Arial" pitchFamily="34" charset="0"/>
        <a:buChar char="•"/>
        <a:defRPr sz="2699" kern="1200">
          <a:solidFill>
            <a:schemeClr val="tx1"/>
          </a:solidFill>
          <a:latin typeface="+mn-lt"/>
          <a:ea typeface="+mn-ea"/>
          <a:cs typeface="+mn-cs"/>
        </a:defRPr>
      </a:lvl6pPr>
      <a:lvl7pPr marL="3960634" indent="-304665" algn="l" defTabSz="1218657" rtl="0" eaLnBrk="1" latinLnBrk="0" hangingPunct="1">
        <a:spcBef>
          <a:spcPct val="20000"/>
        </a:spcBef>
        <a:buFont typeface="Arial" pitchFamily="34" charset="0"/>
        <a:buChar char="•"/>
        <a:defRPr sz="2699" kern="1200">
          <a:solidFill>
            <a:schemeClr val="tx1"/>
          </a:solidFill>
          <a:latin typeface="+mn-lt"/>
          <a:ea typeface="+mn-ea"/>
          <a:cs typeface="+mn-cs"/>
        </a:defRPr>
      </a:lvl7pPr>
      <a:lvl8pPr marL="4569963" indent="-304665" algn="l" defTabSz="1218657" rtl="0" eaLnBrk="1" latinLnBrk="0" hangingPunct="1">
        <a:spcBef>
          <a:spcPct val="20000"/>
        </a:spcBef>
        <a:buFont typeface="Arial" pitchFamily="34" charset="0"/>
        <a:buChar char="•"/>
        <a:defRPr sz="2699" kern="1200">
          <a:solidFill>
            <a:schemeClr val="tx1"/>
          </a:solidFill>
          <a:latin typeface="+mn-lt"/>
          <a:ea typeface="+mn-ea"/>
          <a:cs typeface="+mn-cs"/>
        </a:defRPr>
      </a:lvl8pPr>
      <a:lvl9pPr marL="5179290" indent="-304665" algn="l" defTabSz="1218657" rtl="0" eaLnBrk="1" latinLnBrk="0" hangingPunct="1">
        <a:spcBef>
          <a:spcPct val="20000"/>
        </a:spcBef>
        <a:buFont typeface="Arial" pitchFamily="34" charset="0"/>
        <a:buChar char="•"/>
        <a:defRPr sz="26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65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329" algn="l" defTabSz="121865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657" algn="l" defTabSz="121865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7986" algn="l" defTabSz="121865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314" algn="l" defTabSz="121865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6643" algn="l" defTabSz="121865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5971" algn="l" defTabSz="121865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5298" algn="l" defTabSz="121865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4626" algn="l" defTabSz="121865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19" userDrawn="1">
          <p15:clr>
            <a:srgbClr val="F26B43"/>
          </p15:clr>
        </p15:guide>
        <p15:guide id="2" pos="226" userDrawn="1">
          <p15:clr>
            <a:srgbClr val="F26B43"/>
          </p15:clr>
        </p15:guide>
        <p15:guide id="3" pos="7452" userDrawn="1">
          <p15:clr>
            <a:srgbClr val="F26B43"/>
          </p15:clr>
        </p15:guide>
        <p15:guide id="4" pos="1276" userDrawn="1">
          <p15:clr>
            <a:srgbClr val="F26B43"/>
          </p15:clr>
        </p15:guide>
        <p15:guide id="5" pos="1460" userDrawn="1">
          <p15:clr>
            <a:srgbClr val="F26B43"/>
          </p15:clr>
        </p15:guide>
        <p15:guide id="6" pos="2514" userDrawn="1">
          <p15:clr>
            <a:srgbClr val="F26B43"/>
          </p15:clr>
        </p15:guide>
        <p15:guide id="7" pos="2697" userDrawn="1">
          <p15:clr>
            <a:srgbClr val="F26B43"/>
          </p15:clr>
        </p15:guide>
        <p15:guide id="8" pos="3929" userDrawn="1">
          <p15:clr>
            <a:srgbClr val="F26B43"/>
          </p15:clr>
        </p15:guide>
        <p15:guide id="9" pos="3748" userDrawn="1">
          <p15:clr>
            <a:srgbClr val="F26B43"/>
          </p15:clr>
        </p15:guide>
        <p15:guide id="10" pos="4981" userDrawn="1">
          <p15:clr>
            <a:srgbClr val="F26B43"/>
          </p15:clr>
        </p15:guide>
        <p15:guide id="11" pos="5163" userDrawn="1">
          <p15:clr>
            <a:srgbClr val="F26B43"/>
          </p15:clr>
        </p15:guide>
        <p15:guide id="12" pos="6219" userDrawn="1">
          <p15:clr>
            <a:srgbClr val="F26B43"/>
          </p15:clr>
        </p15:guide>
        <p15:guide id="13" pos="6398" userDrawn="1">
          <p15:clr>
            <a:srgbClr val="F26B43"/>
          </p15:clr>
        </p15:guide>
        <p15:guide id="14" orient="horz" pos="807" userDrawn="1">
          <p15:clr>
            <a:srgbClr val="F26B43"/>
          </p15:clr>
        </p15:guide>
        <p15:guide id="15" orient="horz" pos="876" userDrawn="1">
          <p15:clr>
            <a:srgbClr val="F26B43"/>
          </p15:clr>
        </p15:guide>
        <p15:guide id="16" orient="horz" pos="4031" userDrawn="1">
          <p15:clr>
            <a:srgbClr val="F26B43"/>
          </p15:clr>
        </p15:guide>
        <p15:guide id="17" orient="horz" pos="597" userDrawn="1">
          <p15:clr>
            <a:srgbClr val="F26B43"/>
          </p15:clr>
        </p15:guide>
        <p15:guide id="18" orient="horz" pos="2435" userDrawn="1">
          <p15:clr>
            <a:srgbClr val="F26B43"/>
          </p15:clr>
        </p15:guide>
        <p15:guide id="19" orient="horz" pos="3756" userDrawn="1">
          <p15:clr>
            <a:srgbClr val="F26B43"/>
          </p15:clr>
        </p15:guide>
        <p15:guide id="20" orient="horz" pos="419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7FFAC33B_E1799BC3.xml"/><Relationship Id="rId2" Type="http://schemas.openxmlformats.org/officeDocument/2006/relationships/slideLayout" Target="../slideLayouts/slideLayout23.xml"/><Relationship Id="rId1" Type="http://schemas.openxmlformats.org/officeDocument/2006/relationships/tags" Target="../tags/tag28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12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4.xml"/><Relationship Id="rId1" Type="http://schemas.openxmlformats.org/officeDocument/2006/relationships/tags" Target="../tags/tag29.xml"/><Relationship Id="rId4" Type="http://schemas.openxmlformats.org/officeDocument/2006/relationships/image" Target="../media/image1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30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14.bin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31.xml"/><Relationship Id="rId4" Type="http://schemas.openxmlformats.org/officeDocument/2006/relationships/image" Target="../media/image1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32.xml"/><Relationship Id="rId4" Type="http://schemas.openxmlformats.org/officeDocument/2006/relationships/image" Target="../media/image1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33.xml"/><Relationship Id="rId4" Type="http://schemas.openxmlformats.org/officeDocument/2006/relationships/image" Target="../media/image1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34.xml"/><Relationship Id="rId4" Type="http://schemas.openxmlformats.org/officeDocument/2006/relationships/image" Target="../media/image1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35.xml"/><Relationship Id="rId4" Type="http://schemas.openxmlformats.org/officeDocument/2006/relationships/image" Target="../media/image1.e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oleObject" Target="../embeddings/oleObject15.bin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36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1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37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38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.e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oleObject" Target="../embeddings/oleObject18.bin"/><Relationship Id="rId7" Type="http://schemas.openxmlformats.org/officeDocument/2006/relationships/image" Target="../media/image17.png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39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10" Type="http://schemas.openxmlformats.org/officeDocument/2006/relationships/image" Target="../media/image20.svg"/><Relationship Id="rId4" Type="http://schemas.openxmlformats.org/officeDocument/2006/relationships/image" Target="../media/image1.emf"/><Relationship Id="rId9" Type="http://schemas.openxmlformats.org/officeDocument/2006/relationships/image" Target="../media/image1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7" Type="http://schemas.openxmlformats.org/officeDocument/2006/relationships/image" Target="../media/image23.svg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40.xml"/><Relationship Id="rId6" Type="http://schemas.openxmlformats.org/officeDocument/2006/relationships/image" Target="../media/image22.png"/><Relationship Id="rId5" Type="http://schemas.openxmlformats.org/officeDocument/2006/relationships/image" Target="../media/image21.emf"/><Relationship Id="rId4" Type="http://schemas.openxmlformats.org/officeDocument/2006/relationships/oleObject" Target="../embeddings/oleObject19.bin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41.xml"/><Relationship Id="rId4" Type="http://schemas.openxmlformats.org/officeDocument/2006/relationships/image" Target="../media/image1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42.xml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1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43.xml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1.e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oleObject" Target="../embeddings/oleObject23.bin"/><Relationship Id="rId7" Type="http://schemas.openxmlformats.org/officeDocument/2006/relationships/image" Target="../media/image28.png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44.xml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10" Type="http://schemas.openxmlformats.org/officeDocument/2006/relationships/image" Target="../media/image31.svg"/><Relationship Id="rId4" Type="http://schemas.openxmlformats.org/officeDocument/2006/relationships/image" Target="../media/image1.emf"/><Relationship Id="rId9" Type="http://schemas.openxmlformats.org/officeDocument/2006/relationships/image" Target="../media/image3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45.xml"/><Relationship Id="rId4" Type="http://schemas.openxmlformats.org/officeDocument/2006/relationships/image" Target="../media/image1.e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46.xml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1.e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47.xml"/><Relationship Id="rId4" Type="http://schemas.openxmlformats.org/officeDocument/2006/relationships/image" Target="../media/image1.e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48.xml"/><Relationship Id="rId5" Type="http://schemas.openxmlformats.org/officeDocument/2006/relationships/slide" Target="slide41.xml"/><Relationship Id="rId4" Type="http://schemas.openxmlformats.org/officeDocument/2006/relationships/image" Target="../media/image1.e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49.xml"/><Relationship Id="rId5" Type="http://schemas.openxmlformats.org/officeDocument/2006/relationships/slide" Target="slide41.xml"/><Relationship Id="rId4" Type="http://schemas.openxmlformats.org/officeDocument/2006/relationships/image" Target="../media/image1.e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50.xml"/><Relationship Id="rId5" Type="http://schemas.openxmlformats.org/officeDocument/2006/relationships/slide" Target="slide41.xml"/><Relationship Id="rId4" Type="http://schemas.openxmlformats.org/officeDocument/2006/relationships/image" Target="../media/image1.e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51.xml"/><Relationship Id="rId4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C004CB0-0CE3-3376-69B4-2522D3E3183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2045911"/>
              </p:ext>
            </p:extLst>
          </p:nvPr>
        </p:nvGraphicFramePr>
        <p:xfrm>
          <a:off x="1588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06" imgH="306" progId="TCLayout.ActiveDocument.1">
                  <p:embed/>
                </p:oleObj>
              </mc:Choice>
              <mc:Fallback>
                <p:oleObj name="think-cell Slide" r:id="rId4" imgW="306" imgH="30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C004CB0-0CE3-3376-69B4-2522D3E3183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3D4F42D9-7ACE-EF54-8740-DF8227CBF8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07417" y="4703191"/>
            <a:ext cx="4698834" cy="403828"/>
          </a:xfrm>
        </p:spPr>
        <p:txBody>
          <a:bodyPr/>
          <a:lstStyle/>
          <a:p>
            <a:endParaRPr lang="en-US">
              <a:latin typeface="Graphik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1DA241-86F8-9BA0-6847-FAF7BA0BC7C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ED62A1A-3CB8-BDF5-1253-2D06AB83F04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4206300" y="-259080"/>
            <a:ext cx="6921666" cy="6858000"/>
          </a:xfrm>
        </p:spPr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8284333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F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5507B959-9E35-3EC1-53CB-968CEE0AEF7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5507B959-9E35-3EC1-53CB-968CEE0AEF7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le 6">
            <a:extLst>
              <a:ext uri="{FF2B5EF4-FFF2-40B4-BE49-F238E27FC236}">
                <a16:creationId xmlns:a16="http://schemas.microsoft.com/office/drawing/2014/main" id="{36DFE691-484D-0A62-B4FF-81300FDD9C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8BAD583D-414C-8D2B-DA03-8F81A23522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7F4955A-2927-2A7F-F09E-0AAD319A9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A8EA512-8EB5-AB46-84BC-685DB8D2434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373719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E75221B3-EE1E-6C30-17AF-F40703ACDB2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77546547"/>
              </p:ext>
            </p:extLst>
          </p:nvPr>
        </p:nvGraphicFramePr>
        <p:xfrm>
          <a:off x="1588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06" imgH="306" progId="TCLayout.ActiveDocument.1">
                  <p:embed/>
                </p:oleObj>
              </mc:Choice>
              <mc:Fallback>
                <p:oleObj name="think-cell Slide" r:id="rId4" imgW="306" imgH="306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E75221B3-EE1E-6C30-17AF-F40703ACDB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B9CFA43A-5851-3EF8-A4F6-5A2B0872DDB6}"/>
              </a:ext>
            </a:extLst>
          </p:cNvPr>
          <p:cNvSpPr txBox="1">
            <a:spLocks/>
          </p:cNvSpPr>
          <p:nvPr/>
        </p:nvSpPr>
        <p:spPr>
          <a:xfrm>
            <a:off x="381001" y="2182002"/>
            <a:ext cx="3267012" cy="2869570"/>
          </a:xfrm>
          <a:prstGeom prst="rect">
            <a:avLst/>
          </a:prstGeom>
        </p:spPr>
        <p:txBody>
          <a:bodyPr/>
          <a:lstStyle>
            <a:lvl1pPr marL="0" indent="0" algn="l" rtl="0" eaLnBrk="1" fontAlgn="base" hangingPunct="1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sz="2400" b="0" i="0" kern="1200">
                <a:solidFill>
                  <a:schemeClr val="bg2"/>
                </a:solidFill>
                <a:latin typeface="GT Sectra Fine" panose="00000500000000000000" pitchFamily="50" charset="0"/>
                <a:ea typeface="Roboto" panose="02000000000000000000" pitchFamily="2" charset="0"/>
                <a:cs typeface="Arial" panose="020B0604020202020204" pitchFamily="34" charset="0"/>
              </a:defRPr>
            </a:lvl1pPr>
            <a:lvl2pPr marL="0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228600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457200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System Font"/>
              <a:buChar char="–"/>
              <a:defRPr sz="16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685800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solidFill>
                  <a:schemeClr val="bg1">
                    <a:lumMod val="65000"/>
                  </a:schemeClr>
                </a:solidFill>
              </a:rPr>
              <a:t>Place agenda summary here if needed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7EA5EA0-78C1-E20D-4589-C41A0C5700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en-GB"/>
              <a:t>Agenda</a:t>
            </a:r>
            <a:endParaRPr lang="en-US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39B33CBD-3A3A-08FF-19CB-E96CE6149418}"/>
              </a:ext>
            </a:extLst>
          </p:cNvPr>
          <p:cNvSpPr txBox="1">
            <a:spLocks/>
          </p:cNvSpPr>
          <p:nvPr/>
        </p:nvSpPr>
        <p:spPr>
          <a:xfrm>
            <a:off x="4966973" y="1976478"/>
            <a:ext cx="2953038" cy="485340"/>
          </a:xfrm>
          <a:prstGeom prst="rect">
            <a:avLst/>
          </a:prstGeom>
        </p:spPr>
        <p:txBody>
          <a:bodyPr anchor="ctr"/>
          <a:lstStyle>
            <a:lvl1pPr marL="0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itchFamily="34" charset="0"/>
              <a:buNone/>
              <a:defRPr sz="16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Agenda item</a:t>
            </a:r>
            <a:endParaRPr lang="en-US"/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2AB2522C-4926-7A63-58DB-0D103E20095F}"/>
              </a:ext>
            </a:extLst>
          </p:cNvPr>
          <p:cNvSpPr txBox="1">
            <a:spLocks/>
          </p:cNvSpPr>
          <p:nvPr/>
        </p:nvSpPr>
        <p:spPr>
          <a:xfrm>
            <a:off x="4966973" y="2581356"/>
            <a:ext cx="2953038" cy="485340"/>
          </a:xfrm>
          <a:prstGeom prst="rect">
            <a:avLst/>
          </a:prstGeom>
        </p:spPr>
        <p:txBody>
          <a:bodyPr anchor="ctr"/>
          <a:lstStyle>
            <a:lvl1pPr marL="0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itchFamily="34" charset="0"/>
              <a:buNone/>
              <a:defRPr sz="16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Agenda item</a:t>
            </a:r>
            <a:endParaRPr lang="en-US"/>
          </a:p>
        </p:txBody>
      </p:sp>
      <p:sp>
        <p:nvSpPr>
          <p:cNvPr id="17" name="Text Placeholder 17">
            <a:extLst>
              <a:ext uri="{FF2B5EF4-FFF2-40B4-BE49-F238E27FC236}">
                <a16:creationId xmlns:a16="http://schemas.microsoft.com/office/drawing/2014/main" id="{3E4D8091-F4E8-C735-719A-65C99411EA5E}"/>
              </a:ext>
            </a:extLst>
          </p:cNvPr>
          <p:cNvSpPr txBox="1">
            <a:spLocks/>
          </p:cNvSpPr>
          <p:nvPr/>
        </p:nvSpPr>
        <p:spPr>
          <a:xfrm>
            <a:off x="4966973" y="3186234"/>
            <a:ext cx="2953038" cy="485340"/>
          </a:xfrm>
          <a:prstGeom prst="rect">
            <a:avLst/>
          </a:prstGeom>
        </p:spPr>
        <p:txBody>
          <a:bodyPr anchor="ctr"/>
          <a:lstStyle>
            <a:lvl1pPr marL="0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itchFamily="34" charset="0"/>
              <a:buNone/>
              <a:defRPr sz="16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Agenda item</a:t>
            </a:r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0F2EF5EC-872C-DE14-C872-E3EB9AD245CB}"/>
              </a:ext>
            </a:extLst>
          </p:cNvPr>
          <p:cNvSpPr txBox="1">
            <a:spLocks/>
          </p:cNvSpPr>
          <p:nvPr/>
        </p:nvSpPr>
        <p:spPr>
          <a:xfrm>
            <a:off x="4966973" y="3791112"/>
            <a:ext cx="2953038" cy="485340"/>
          </a:xfrm>
          <a:prstGeom prst="rect">
            <a:avLst/>
          </a:prstGeom>
        </p:spPr>
        <p:txBody>
          <a:bodyPr anchor="ctr"/>
          <a:lstStyle>
            <a:lvl1pPr marL="0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itchFamily="34" charset="0"/>
              <a:buNone/>
              <a:defRPr sz="16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Agenda item</a:t>
            </a:r>
            <a:endParaRPr lang="en-US"/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81AEDFFB-9EB1-642A-8B20-38B929A08619}"/>
              </a:ext>
            </a:extLst>
          </p:cNvPr>
          <p:cNvSpPr txBox="1">
            <a:spLocks/>
          </p:cNvSpPr>
          <p:nvPr/>
        </p:nvSpPr>
        <p:spPr>
          <a:xfrm>
            <a:off x="4966973" y="4395990"/>
            <a:ext cx="2953038" cy="485340"/>
          </a:xfrm>
          <a:prstGeom prst="rect">
            <a:avLst/>
          </a:prstGeom>
        </p:spPr>
        <p:txBody>
          <a:bodyPr anchor="ctr"/>
          <a:lstStyle>
            <a:lvl1pPr marL="0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itchFamily="34" charset="0"/>
              <a:buNone/>
              <a:defRPr sz="16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Agenda item</a:t>
            </a:r>
            <a:endParaRPr lang="en-US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3F330F3E-9C75-224F-514C-28CB6DDFDA7A}"/>
              </a:ext>
            </a:extLst>
          </p:cNvPr>
          <p:cNvSpPr txBox="1">
            <a:spLocks/>
          </p:cNvSpPr>
          <p:nvPr/>
        </p:nvSpPr>
        <p:spPr>
          <a:xfrm>
            <a:off x="4966973" y="5000869"/>
            <a:ext cx="2953038" cy="485340"/>
          </a:xfrm>
          <a:prstGeom prst="rect">
            <a:avLst/>
          </a:prstGeom>
        </p:spPr>
        <p:txBody>
          <a:bodyPr anchor="ctr"/>
          <a:lstStyle>
            <a:lvl1pPr marL="0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itchFamily="34" charset="0"/>
              <a:buNone/>
              <a:defRPr sz="16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Agenda item</a:t>
            </a:r>
            <a:endParaRPr lang="en-US"/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28444A3-BE6F-E73E-C19F-9D2EC946E065}"/>
              </a:ext>
            </a:extLst>
          </p:cNvPr>
          <p:cNvSpPr txBox="1">
            <a:spLocks/>
          </p:cNvSpPr>
          <p:nvPr/>
        </p:nvSpPr>
        <p:spPr>
          <a:xfrm>
            <a:off x="4966973" y="5605747"/>
            <a:ext cx="2953038" cy="485340"/>
          </a:xfrm>
          <a:prstGeom prst="rect">
            <a:avLst/>
          </a:prstGeom>
        </p:spPr>
        <p:txBody>
          <a:bodyPr anchor="ctr"/>
          <a:lstStyle>
            <a:lvl1pPr marL="0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itchFamily="34" charset="0"/>
              <a:buNone/>
              <a:defRPr sz="16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Agenda item</a:t>
            </a:r>
            <a:endParaRPr lang="en-US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3CD44348-6EE4-E3EA-D50C-32A9B14ECDE0}"/>
              </a:ext>
            </a:extLst>
          </p:cNvPr>
          <p:cNvSpPr txBox="1">
            <a:spLocks/>
          </p:cNvSpPr>
          <p:nvPr/>
        </p:nvSpPr>
        <p:spPr>
          <a:xfrm>
            <a:off x="4284358" y="1371599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 kern="1200">
                <a:solidFill>
                  <a:srgbClr val="002060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sz="1801">
                <a:solidFill>
                  <a:schemeClr val="accent1"/>
                </a:solidFill>
              </a:rPr>
              <a:t>##</a:t>
            </a:r>
            <a:endParaRPr lang="en-US" sz="1801">
              <a:solidFill>
                <a:schemeClr val="accent1"/>
              </a:solidFill>
            </a:endParaRP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4A2DA8B4-B5A9-0A5E-88E5-9B084D72080A}"/>
              </a:ext>
            </a:extLst>
          </p:cNvPr>
          <p:cNvSpPr txBox="1">
            <a:spLocks/>
          </p:cNvSpPr>
          <p:nvPr/>
        </p:nvSpPr>
        <p:spPr>
          <a:xfrm>
            <a:off x="4284358" y="1976478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 kern="1200">
                <a:solidFill>
                  <a:srgbClr val="002060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sz="1801">
                <a:solidFill>
                  <a:schemeClr val="accent1"/>
                </a:solidFill>
              </a:rPr>
              <a:t>##</a:t>
            </a:r>
            <a:endParaRPr lang="en-US" sz="1801">
              <a:solidFill>
                <a:schemeClr val="accent1"/>
              </a:solidFill>
            </a:endParaRPr>
          </a:p>
        </p:txBody>
      </p:sp>
      <p:sp>
        <p:nvSpPr>
          <p:cNvPr id="24" name="Text Placeholder 17">
            <a:extLst>
              <a:ext uri="{FF2B5EF4-FFF2-40B4-BE49-F238E27FC236}">
                <a16:creationId xmlns:a16="http://schemas.microsoft.com/office/drawing/2014/main" id="{8C2838D9-DFC8-5A01-2751-BB125232D184}"/>
              </a:ext>
            </a:extLst>
          </p:cNvPr>
          <p:cNvSpPr txBox="1">
            <a:spLocks/>
          </p:cNvSpPr>
          <p:nvPr/>
        </p:nvSpPr>
        <p:spPr>
          <a:xfrm>
            <a:off x="4284358" y="2581356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 kern="1200">
                <a:solidFill>
                  <a:srgbClr val="002060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sz="1801">
                <a:solidFill>
                  <a:schemeClr val="accent1"/>
                </a:solidFill>
              </a:rPr>
              <a:t>##</a:t>
            </a:r>
            <a:endParaRPr lang="en-US" sz="1801">
              <a:solidFill>
                <a:schemeClr val="accent1"/>
              </a:solidFill>
            </a:endParaRPr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160A0DF3-FFC5-3053-0356-A5258D237C52}"/>
              </a:ext>
            </a:extLst>
          </p:cNvPr>
          <p:cNvSpPr txBox="1">
            <a:spLocks/>
          </p:cNvSpPr>
          <p:nvPr/>
        </p:nvSpPr>
        <p:spPr>
          <a:xfrm>
            <a:off x="4284358" y="3186234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 kern="1200">
                <a:solidFill>
                  <a:srgbClr val="002060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sz="1801">
                <a:solidFill>
                  <a:schemeClr val="accent1"/>
                </a:solidFill>
              </a:rPr>
              <a:t>##</a:t>
            </a:r>
            <a:endParaRPr lang="en-US" sz="1801">
              <a:solidFill>
                <a:schemeClr val="accent1"/>
              </a:solidFill>
            </a:endParaRPr>
          </a:p>
        </p:txBody>
      </p:sp>
      <p:sp>
        <p:nvSpPr>
          <p:cNvPr id="26" name="Text Placeholder 17">
            <a:extLst>
              <a:ext uri="{FF2B5EF4-FFF2-40B4-BE49-F238E27FC236}">
                <a16:creationId xmlns:a16="http://schemas.microsoft.com/office/drawing/2014/main" id="{0304C86F-AD74-EF94-3FE2-EF05FB302D14}"/>
              </a:ext>
            </a:extLst>
          </p:cNvPr>
          <p:cNvSpPr txBox="1">
            <a:spLocks/>
          </p:cNvSpPr>
          <p:nvPr/>
        </p:nvSpPr>
        <p:spPr>
          <a:xfrm>
            <a:off x="4284358" y="3791112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 kern="1200">
                <a:solidFill>
                  <a:srgbClr val="002060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sz="1801">
                <a:solidFill>
                  <a:schemeClr val="accent1"/>
                </a:solidFill>
              </a:rPr>
              <a:t>##</a:t>
            </a:r>
            <a:endParaRPr lang="en-US" sz="1801">
              <a:solidFill>
                <a:schemeClr val="accent1"/>
              </a:solidFill>
            </a:endParaRPr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E577B9F5-1C80-38C3-EA34-370171B4E5E6}"/>
              </a:ext>
            </a:extLst>
          </p:cNvPr>
          <p:cNvSpPr txBox="1">
            <a:spLocks/>
          </p:cNvSpPr>
          <p:nvPr/>
        </p:nvSpPr>
        <p:spPr>
          <a:xfrm>
            <a:off x="4284358" y="4395990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 kern="1200">
                <a:solidFill>
                  <a:srgbClr val="002060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sz="1801">
                <a:solidFill>
                  <a:schemeClr val="accent1"/>
                </a:solidFill>
              </a:rPr>
              <a:t>##</a:t>
            </a:r>
            <a:endParaRPr lang="en-US" sz="1801">
              <a:solidFill>
                <a:schemeClr val="accent1"/>
              </a:solidFill>
            </a:endParaRPr>
          </a:p>
        </p:txBody>
      </p:sp>
      <p:sp>
        <p:nvSpPr>
          <p:cNvPr id="28" name="Text Placeholder 17">
            <a:extLst>
              <a:ext uri="{FF2B5EF4-FFF2-40B4-BE49-F238E27FC236}">
                <a16:creationId xmlns:a16="http://schemas.microsoft.com/office/drawing/2014/main" id="{184910D1-B60F-13AD-B187-73CADE2BFA70}"/>
              </a:ext>
            </a:extLst>
          </p:cNvPr>
          <p:cNvSpPr txBox="1">
            <a:spLocks/>
          </p:cNvSpPr>
          <p:nvPr/>
        </p:nvSpPr>
        <p:spPr>
          <a:xfrm>
            <a:off x="4284358" y="5000869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 kern="1200">
                <a:solidFill>
                  <a:srgbClr val="002060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sz="1801">
                <a:solidFill>
                  <a:schemeClr val="accent1"/>
                </a:solidFill>
              </a:rPr>
              <a:t>##</a:t>
            </a:r>
            <a:endParaRPr lang="en-US" sz="1801">
              <a:solidFill>
                <a:schemeClr val="accent1"/>
              </a:solidFill>
            </a:endParaRPr>
          </a:p>
        </p:txBody>
      </p:sp>
      <p:sp>
        <p:nvSpPr>
          <p:cNvPr id="29" name="Text Placeholder 17">
            <a:extLst>
              <a:ext uri="{FF2B5EF4-FFF2-40B4-BE49-F238E27FC236}">
                <a16:creationId xmlns:a16="http://schemas.microsoft.com/office/drawing/2014/main" id="{A12EBBD9-0081-1C34-2253-067325CE5F03}"/>
              </a:ext>
            </a:extLst>
          </p:cNvPr>
          <p:cNvSpPr txBox="1">
            <a:spLocks/>
          </p:cNvSpPr>
          <p:nvPr/>
        </p:nvSpPr>
        <p:spPr>
          <a:xfrm>
            <a:off x="4284358" y="5605747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 kern="1200">
                <a:solidFill>
                  <a:srgbClr val="002060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sz="1801">
                <a:solidFill>
                  <a:schemeClr val="accent1"/>
                </a:solidFill>
              </a:rPr>
              <a:t>##</a:t>
            </a:r>
            <a:endParaRPr lang="en-US" sz="1801">
              <a:solidFill>
                <a:schemeClr val="accent1"/>
              </a:solidFill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C6A6BCC-96C3-8175-E636-91D5933DE98B}"/>
              </a:ext>
            </a:extLst>
          </p:cNvPr>
          <p:cNvCxnSpPr>
            <a:cxnSpLocks/>
          </p:cNvCxnSpPr>
          <p:nvPr/>
        </p:nvCxnSpPr>
        <p:spPr>
          <a:xfrm>
            <a:off x="4045241" y="1371601"/>
            <a:ext cx="0" cy="333274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9C0A845A-F53D-D34F-933F-AE38BEB82BE7}"/>
              </a:ext>
            </a:extLst>
          </p:cNvPr>
          <p:cNvSpPr txBox="1">
            <a:spLocks/>
          </p:cNvSpPr>
          <p:nvPr/>
        </p:nvSpPr>
        <p:spPr>
          <a:xfrm>
            <a:off x="8857959" y="1371599"/>
            <a:ext cx="2953038" cy="485340"/>
          </a:xfrm>
          <a:prstGeom prst="rect">
            <a:avLst/>
          </a:prstGeom>
        </p:spPr>
        <p:txBody>
          <a:bodyPr anchor="ctr"/>
          <a:lstStyle>
            <a:lvl1pPr marL="0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itchFamily="34" charset="0"/>
              <a:buNone/>
              <a:defRPr sz="16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Agenda item</a:t>
            </a:r>
            <a:endParaRPr lang="en-US"/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65E7AA16-77B9-D30E-0341-25611F8DCB35}"/>
              </a:ext>
            </a:extLst>
          </p:cNvPr>
          <p:cNvSpPr txBox="1">
            <a:spLocks/>
          </p:cNvSpPr>
          <p:nvPr/>
        </p:nvSpPr>
        <p:spPr>
          <a:xfrm>
            <a:off x="8857959" y="1976478"/>
            <a:ext cx="2953038" cy="485340"/>
          </a:xfrm>
          <a:prstGeom prst="rect">
            <a:avLst/>
          </a:prstGeom>
        </p:spPr>
        <p:txBody>
          <a:bodyPr anchor="ctr"/>
          <a:lstStyle>
            <a:lvl1pPr marL="0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itchFamily="34" charset="0"/>
              <a:buNone/>
              <a:defRPr sz="16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Agenda item</a:t>
            </a:r>
            <a:endParaRPr lang="en-US"/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AE0F5060-CAEA-DFD6-99F5-F5A8990C7DA4}"/>
              </a:ext>
            </a:extLst>
          </p:cNvPr>
          <p:cNvSpPr txBox="1">
            <a:spLocks/>
          </p:cNvSpPr>
          <p:nvPr/>
        </p:nvSpPr>
        <p:spPr>
          <a:xfrm>
            <a:off x="8857959" y="2581356"/>
            <a:ext cx="2953038" cy="485340"/>
          </a:xfrm>
          <a:prstGeom prst="rect">
            <a:avLst/>
          </a:prstGeom>
        </p:spPr>
        <p:txBody>
          <a:bodyPr anchor="ctr"/>
          <a:lstStyle>
            <a:lvl1pPr marL="0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itchFamily="34" charset="0"/>
              <a:buNone/>
              <a:defRPr sz="16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Agenda item</a:t>
            </a:r>
            <a:endParaRPr lang="en-US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F490F2BE-D32E-E121-74DE-EA7BC6D59E9E}"/>
              </a:ext>
            </a:extLst>
          </p:cNvPr>
          <p:cNvSpPr txBox="1">
            <a:spLocks/>
          </p:cNvSpPr>
          <p:nvPr/>
        </p:nvSpPr>
        <p:spPr>
          <a:xfrm>
            <a:off x="8857959" y="3186234"/>
            <a:ext cx="2953038" cy="485340"/>
          </a:xfrm>
          <a:prstGeom prst="rect">
            <a:avLst/>
          </a:prstGeom>
        </p:spPr>
        <p:txBody>
          <a:bodyPr anchor="ctr"/>
          <a:lstStyle>
            <a:lvl1pPr marL="0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itchFamily="34" charset="0"/>
              <a:buNone/>
              <a:defRPr sz="16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Agenda item</a:t>
            </a:r>
            <a:endParaRPr lang="en-US"/>
          </a:p>
        </p:txBody>
      </p:sp>
      <p:sp>
        <p:nvSpPr>
          <p:cNvPr id="35" name="Text Placeholder 17">
            <a:extLst>
              <a:ext uri="{FF2B5EF4-FFF2-40B4-BE49-F238E27FC236}">
                <a16:creationId xmlns:a16="http://schemas.microsoft.com/office/drawing/2014/main" id="{4993939C-B4F9-591B-E763-8F7D712F9DE6}"/>
              </a:ext>
            </a:extLst>
          </p:cNvPr>
          <p:cNvSpPr txBox="1">
            <a:spLocks/>
          </p:cNvSpPr>
          <p:nvPr/>
        </p:nvSpPr>
        <p:spPr>
          <a:xfrm>
            <a:off x="8857959" y="3791112"/>
            <a:ext cx="2953038" cy="485340"/>
          </a:xfrm>
          <a:prstGeom prst="rect">
            <a:avLst/>
          </a:prstGeom>
        </p:spPr>
        <p:txBody>
          <a:bodyPr anchor="ctr"/>
          <a:lstStyle>
            <a:lvl1pPr marL="0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itchFamily="34" charset="0"/>
              <a:buNone/>
              <a:defRPr sz="16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Agenda item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F4181E1C-EB19-866B-6749-234524C8A42C}"/>
              </a:ext>
            </a:extLst>
          </p:cNvPr>
          <p:cNvSpPr txBox="1">
            <a:spLocks/>
          </p:cNvSpPr>
          <p:nvPr/>
        </p:nvSpPr>
        <p:spPr>
          <a:xfrm>
            <a:off x="8857959" y="4395990"/>
            <a:ext cx="2953038" cy="485340"/>
          </a:xfrm>
          <a:prstGeom prst="rect">
            <a:avLst/>
          </a:prstGeom>
        </p:spPr>
        <p:txBody>
          <a:bodyPr anchor="ctr"/>
          <a:lstStyle>
            <a:lvl1pPr marL="0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itchFamily="34" charset="0"/>
              <a:buNone/>
              <a:defRPr sz="16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Agenda item</a:t>
            </a:r>
            <a:endParaRPr lang="en-US"/>
          </a:p>
        </p:txBody>
      </p:sp>
      <p:sp>
        <p:nvSpPr>
          <p:cNvPr id="37" name="Text Placeholder 17">
            <a:extLst>
              <a:ext uri="{FF2B5EF4-FFF2-40B4-BE49-F238E27FC236}">
                <a16:creationId xmlns:a16="http://schemas.microsoft.com/office/drawing/2014/main" id="{EC8DBA10-C2C3-A48B-578A-992D771BC4B3}"/>
              </a:ext>
            </a:extLst>
          </p:cNvPr>
          <p:cNvSpPr txBox="1">
            <a:spLocks/>
          </p:cNvSpPr>
          <p:nvPr/>
        </p:nvSpPr>
        <p:spPr>
          <a:xfrm>
            <a:off x="8857959" y="5000869"/>
            <a:ext cx="2953038" cy="485340"/>
          </a:xfrm>
          <a:prstGeom prst="rect">
            <a:avLst/>
          </a:prstGeom>
        </p:spPr>
        <p:txBody>
          <a:bodyPr anchor="ctr"/>
          <a:lstStyle>
            <a:lvl1pPr marL="0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itchFamily="34" charset="0"/>
              <a:buNone/>
              <a:defRPr sz="16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Agenda item</a:t>
            </a:r>
            <a:endParaRPr lang="en-US"/>
          </a:p>
        </p:txBody>
      </p:sp>
      <p:sp>
        <p:nvSpPr>
          <p:cNvPr id="38" name="Text Placeholder 17">
            <a:extLst>
              <a:ext uri="{FF2B5EF4-FFF2-40B4-BE49-F238E27FC236}">
                <a16:creationId xmlns:a16="http://schemas.microsoft.com/office/drawing/2014/main" id="{C21BB498-106B-4EA6-338A-A1EDA7B4D847}"/>
              </a:ext>
            </a:extLst>
          </p:cNvPr>
          <p:cNvSpPr txBox="1">
            <a:spLocks/>
          </p:cNvSpPr>
          <p:nvPr/>
        </p:nvSpPr>
        <p:spPr>
          <a:xfrm>
            <a:off x="8857959" y="5605747"/>
            <a:ext cx="2953038" cy="485340"/>
          </a:xfrm>
          <a:prstGeom prst="rect">
            <a:avLst/>
          </a:prstGeom>
        </p:spPr>
        <p:txBody>
          <a:bodyPr anchor="ctr"/>
          <a:lstStyle>
            <a:lvl1pPr marL="0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itchFamily="34" charset="0"/>
              <a:buNone/>
              <a:defRPr sz="16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Agenda item</a:t>
            </a:r>
            <a:endParaRPr lang="en-US"/>
          </a:p>
        </p:txBody>
      </p:sp>
      <p:sp>
        <p:nvSpPr>
          <p:cNvPr id="39" name="Text Placeholder 17">
            <a:extLst>
              <a:ext uri="{FF2B5EF4-FFF2-40B4-BE49-F238E27FC236}">
                <a16:creationId xmlns:a16="http://schemas.microsoft.com/office/drawing/2014/main" id="{76B6A0EA-DCB6-1566-EDB1-940C2F4E4451}"/>
              </a:ext>
            </a:extLst>
          </p:cNvPr>
          <p:cNvSpPr txBox="1">
            <a:spLocks/>
          </p:cNvSpPr>
          <p:nvPr/>
        </p:nvSpPr>
        <p:spPr>
          <a:xfrm>
            <a:off x="8195094" y="1371599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 kern="1200">
                <a:solidFill>
                  <a:srgbClr val="002060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sz="1801">
                <a:solidFill>
                  <a:schemeClr val="accent1"/>
                </a:solidFill>
              </a:rPr>
              <a:t>##</a:t>
            </a:r>
            <a:endParaRPr lang="en-US" sz="1801">
              <a:solidFill>
                <a:schemeClr val="accent1"/>
              </a:solidFill>
            </a:endParaRPr>
          </a:p>
        </p:txBody>
      </p:sp>
      <p:sp>
        <p:nvSpPr>
          <p:cNvPr id="40" name="Text Placeholder 17">
            <a:extLst>
              <a:ext uri="{FF2B5EF4-FFF2-40B4-BE49-F238E27FC236}">
                <a16:creationId xmlns:a16="http://schemas.microsoft.com/office/drawing/2014/main" id="{15BB7748-40F1-A61E-2EC5-A63B1836118B}"/>
              </a:ext>
            </a:extLst>
          </p:cNvPr>
          <p:cNvSpPr txBox="1">
            <a:spLocks/>
          </p:cNvSpPr>
          <p:nvPr/>
        </p:nvSpPr>
        <p:spPr>
          <a:xfrm>
            <a:off x="8195094" y="1976478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 kern="1200">
                <a:solidFill>
                  <a:srgbClr val="002060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sz="1801">
                <a:solidFill>
                  <a:schemeClr val="accent1"/>
                </a:solidFill>
              </a:rPr>
              <a:t>##</a:t>
            </a:r>
            <a:endParaRPr lang="en-US" sz="1801">
              <a:solidFill>
                <a:schemeClr val="accent1"/>
              </a:solidFill>
            </a:endParaRPr>
          </a:p>
        </p:txBody>
      </p:sp>
      <p:sp>
        <p:nvSpPr>
          <p:cNvPr id="41" name="Text Placeholder 17">
            <a:extLst>
              <a:ext uri="{FF2B5EF4-FFF2-40B4-BE49-F238E27FC236}">
                <a16:creationId xmlns:a16="http://schemas.microsoft.com/office/drawing/2014/main" id="{E065F752-0B7B-3843-630C-65F9DB666999}"/>
              </a:ext>
            </a:extLst>
          </p:cNvPr>
          <p:cNvSpPr txBox="1">
            <a:spLocks/>
          </p:cNvSpPr>
          <p:nvPr/>
        </p:nvSpPr>
        <p:spPr>
          <a:xfrm>
            <a:off x="8195094" y="2581356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 kern="1200">
                <a:solidFill>
                  <a:srgbClr val="002060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sz="1801">
                <a:solidFill>
                  <a:schemeClr val="accent1"/>
                </a:solidFill>
              </a:rPr>
              <a:t>##</a:t>
            </a:r>
            <a:endParaRPr lang="en-US" sz="1801">
              <a:solidFill>
                <a:schemeClr val="accent1"/>
              </a:solidFill>
            </a:endParaRPr>
          </a:p>
        </p:txBody>
      </p:sp>
      <p:sp>
        <p:nvSpPr>
          <p:cNvPr id="42" name="Text Placeholder 17">
            <a:extLst>
              <a:ext uri="{FF2B5EF4-FFF2-40B4-BE49-F238E27FC236}">
                <a16:creationId xmlns:a16="http://schemas.microsoft.com/office/drawing/2014/main" id="{DDF18C8A-E31D-1A6C-539C-537DA82B2A9E}"/>
              </a:ext>
            </a:extLst>
          </p:cNvPr>
          <p:cNvSpPr txBox="1">
            <a:spLocks/>
          </p:cNvSpPr>
          <p:nvPr/>
        </p:nvSpPr>
        <p:spPr>
          <a:xfrm>
            <a:off x="8195094" y="3186234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 kern="1200">
                <a:solidFill>
                  <a:srgbClr val="002060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sz="1801">
                <a:solidFill>
                  <a:schemeClr val="accent1"/>
                </a:solidFill>
              </a:rPr>
              <a:t>##</a:t>
            </a:r>
            <a:endParaRPr lang="en-US" sz="1801">
              <a:solidFill>
                <a:schemeClr val="accent1"/>
              </a:solidFill>
            </a:endParaRPr>
          </a:p>
        </p:txBody>
      </p:sp>
      <p:sp>
        <p:nvSpPr>
          <p:cNvPr id="43" name="Text Placeholder 17">
            <a:extLst>
              <a:ext uri="{FF2B5EF4-FFF2-40B4-BE49-F238E27FC236}">
                <a16:creationId xmlns:a16="http://schemas.microsoft.com/office/drawing/2014/main" id="{9AC99499-2838-E3FC-C623-B576ADE60396}"/>
              </a:ext>
            </a:extLst>
          </p:cNvPr>
          <p:cNvSpPr txBox="1">
            <a:spLocks/>
          </p:cNvSpPr>
          <p:nvPr/>
        </p:nvSpPr>
        <p:spPr>
          <a:xfrm>
            <a:off x="8195094" y="3791112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 kern="1200">
                <a:solidFill>
                  <a:srgbClr val="002060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sz="1801">
                <a:solidFill>
                  <a:schemeClr val="accent1"/>
                </a:solidFill>
              </a:rPr>
              <a:t>##</a:t>
            </a:r>
            <a:endParaRPr lang="en-US" sz="1801">
              <a:solidFill>
                <a:schemeClr val="accent1"/>
              </a:solidFill>
            </a:endParaRPr>
          </a:p>
        </p:txBody>
      </p:sp>
      <p:sp>
        <p:nvSpPr>
          <p:cNvPr id="44" name="Text Placeholder 17">
            <a:extLst>
              <a:ext uri="{FF2B5EF4-FFF2-40B4-BE49-F238E27FC236}">
                <a16:creationId xmlns:a16="http://schemas.microsoft.com/office/drawing/2014/main" id="{092C5296-662E-6412-5556-6EFA2031DF4E}"/>
              </a:ext>
            </a:extLst>
          </p:cNvPr>
          <p:cNvSpPr txBox="1">
            <a:spLocks/>
          </p:cNvSpPr>
          <p:nvPr/>
        </p:nvSpPr>
        <p:spPr>
          <a:xfrm>
            <a:off x="8195094" y="4395990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 kern="1200">
                <a:solidFill>
                  <a:srgbClr val="002060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sz="1801">
                <a:solidFill>
                  <a:schemeClr val="accent1"/>
                </a:solidFill>
              </a:rPr>
              <a:t>##</a:t>
            </a:r>
            <a:endParaRPr lang="en-US" sz="1801">
              <a:solidFill>
                <a:schemeClr val="accent1"/>
              </a:solidFill>
            </a:endParaRPr>
          </a:p>
        </p:txBody>
      </p:sp>
      <p:sp>
        <p:nvSpPr>
          <p:cNvPr id="45" name="Text Placeholder 17">
            <a:extLst>
              <a:ext uri="{FF2B5EF4-FFF2-40B4-BE49-F238E27FC236}">
                <a16:creationId xmlns:a16="http://schemas.microsoft.com/office/drawing/2014/main" id="{161F2EB7-A4B2-E375-64E3-0C8D6D30989B}"/>
              </a:ext>
            </a:extLst>
          </p:cNvPr>
          <p:cNvSpPr txBox="1">
            <a:spLocks/>
          </p:cNvSpPr>
          <p:nvPr/>
        </p:nvSpPr>
        <p:spPr>
          <a:xfrm>
            <a:off x="8195094" y="5000869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 kern="1200">
                <a:solidFill>
                  <a:srgbClr val="002060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sz="1801">
                <a:solidFill>
                  <a:schemeClr val="accent1"/>
                </a:solidFill>
              </a:rPr>
              <a:t>##</a:t>
            </a:r>
            <a:endParaRPr lang="en-US" sz="1801">
              <a:solidFill>
                <a:schemeClr val="accent1"/>
              </a:solidFill>
            </a:endParaRPr>
          </a:p>
        </p:txBody>
      </p:sp>
      <p:sp>
        <p:nvSpPr>
          <p:cNvPr id="46" name="Text Placeholder 17">
            <a:extLst>
              <a:ext uri="{FF2B5EF4-FFF2-40B4-BE49-F238E27FC236}">
                <a16:creationId xmlns:a16="http://schemas.microsoft.com/office/drawing/2014/main" id="{CEC80983-288F-BA09-2CA9-8E4C72AAAA06}"/>
              </a:ext>
            </a:extLst>
          </p:cNvPr>
          <p:cNvSpPr txBox="1">
            <a:spLocks/>
          </p:cNvSpPr>
          <p:nvPr/>
        </p:nvSpPr>
        <p:spPr>
          <a:xfrm>
            <a:off x="8195094" y="5605747"/>
            <a:ext cx="558000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 i="0" kern="1200">
                <a:solidFill>
                  <a:srgbClr val="002060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sz="1801">
                <a:solidFill>
                  <a:schemeClr val="accent1"/>
                </a:solidFill>
              </a:rPr>
              <a:t>##</a:t>
            </a:r>
            <a:endParaRPr lang="en-US" sz="1801">
              <a:solidFill>
                <a:schemeClr val="accent1"/>
              </a:solidFill>
            </a:endParaRPr>
          </a:p>
        </p:txBody>
      </p:sp>
      <p:sp>
        <p:nvSpPr>
          <p:cNvPr id="47" name="Text Placeholder 17">
            <a:extLst>
              <a:ext uri="{FF2B5EF4-FFF2-40B4-BE49-F238E27FC236}">
                <a16:creationId xmlns:a16="http://schemas.microsoft.com/office/drawing/2014/main" id="{1D52C536-50D9-C319-A7A1-D28897884CB5}"/>
              </a:ext>
            </a:extLst>
          </p:cNvPr>
          <p:cNvSpPr txBox="1">
            <a:spLocks/>
          </p:cNvSpPr>
          <p:nvPr/>
        </p:nvSpPr>
        <p:spPr>
          <a:xfrm>
            <a:off x="4966973" y="1371599"/>
            <a:ext cx="2953038" cy="485340"/>
          </a:xfrm>
          <a:prstGeom prst="rect">
            <a:avLst/>
          </a:prstGeom>
        </p:spPr>
        <p:txBody>
          <a:bodyPr anchor="ctr"/>
          <a:lstStyle>
            <a:lvl1pPr marL="0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itchFamily="34" charset="0"/>
              <a:buNone/>
              <a:defRPr sz="16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Agenda item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0479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D402886-DAD5-EB87-9952-2FDFADFB2AE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AU"/>
              <a:t>Various slide ticker designs</a:t>
            </a:r>
          </a:p>
        </p:txBody>
      </p:sp>
    </p:spTree>
    <p:extLst>
      <p:ext uri="{BB962C8B-B14F-4D97-AF65-F5344CB8AC3E}">
        <p14:creationId xmlns:p14="http://schemas.microsoft.com/office/powerpoint/2010/main" val="3591550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4684345-DC3B-9EA7-2E2A-4023610CF6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8FFD6A1-EAD7-C114-E9E3-B93FE9386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To change the ticker titles, go to Slide Master (shortcut: </a:t>
            </a:r>
            <a:r>
              <a:rPr lang="en-AU" err="1"/>
              <a:t>Alt+W+M</a:t>
            </a:r>
            <a:r>
              <a:rPr lang="en-AU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0836685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988F7A-D930-3A72-0682-52D5C44E5E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F745A96-1901-6841-AE7A-A81F80B92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There’s also a 4 ticker version, see the Layouts</a:t>
            </a:r>
          </a:p>
        </p:txBody>
      </p:sp>
    </p:spTree>
    <p:extLst>
      <p:ext uri="{BB962C8B-B14F-4D97-AF65-F5344CB8AC3E}">
        <p14:creationId xmlns:p14="http://schemas.microsoft.com/office/powerpoint/2010/main" val="922039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13D8A70-50BD-472D-5505-A94FE03FFD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EBFBF25-456A-9D02-98D8-C79C11FA9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There’s also versions where the text is on the slide itself</a:t>
            </a:r>
          </a:p>
        </p:txBody>
      </p:sp>
    </p:spTree>
    <p:extLst>
      <p:ext uri="{BB962C8B-B14F-4D97-AF65-F5344CB8AC3E}">
        <p14:creationId xmlns:p14="http://schemas.microsoft.com/office/powerpoint/2010/main" val="7089543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3CDE083-FFA8-4589-595C-6EB6130AB0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3335573-4A5E-312C-F46E-2C79F666C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34701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4881663-1A13-FE25-49A1-0954CFDE30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EAFBD8D-B5B5-EE56-1A57-D4679FA57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129657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3BEDAA0-231F-67F3-8F26-00D43A1593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390BA32-BAEA-25DA-576F-AB11571DE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Slide with no ticker across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429C76-6C80-CB16-DA5A-BC567B1CBB8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algn="ctr"/>
            <a:r>
              <a:rPr lang="en-AU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9618294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" name="Object 51" hidden="1">
            <a:extLst>
              <a:ext uri="{FF2B5EF4-FFF2-40B4-BE49-F238E27FC236}">
                <a16:creationId xmlns:a16="http://schemas.microsoft.com/office/drawing/2014/main" id="{5412032F-C466-D159-520A-8C6EB0C27E5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52" name="Object 51" hidden="1">
                        <a:extLst>
                          <a:ext uri="{FF2B5EF4-FFF2-40B4-BE49-F238E27FC236}">
                            <a16:creationId xmlns:a16="http://schemas.microsoft.com/office/drawing/2014/main" id="{5412032F-C466-D159-520A-8C6EB0C27E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58B05A5-B63B-3299-72C5-3694ACBB5D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67" name="Title 66">
            <a:extLst>
              <a:ext uri="{FF2B5EF4-FFF2-40B4-BE49-F238E27FC236}">
                <a16:creationId xmlns:a16="http://schemas.microsoft.com/office/drawing/2014/main" id="{BC2FE6A8-8A0A-DD85-F6EF-70103A6B8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Copyable ticker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C08489-C2F8-E8B1-E3A0-2E9F184E5957}"/>
              </a:ext>
            </a:extLst>
          </p:cNvPr>
          <p:cNvSpPr/>
          <p:nvPr/>
        </p:nvSpPr>
        <p:spPr>
          <a:xfrm>
            <a:off x="0" y="343770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0CE231-B455-AAF5-30BF-2DD45890843C}"/>
              </a:ext>
            </a:extLst>
          </p:cNvPr>
          <p:cNvSpPr/>
          <p:nvPr/>
        </p:nvSpPr>
        <p:spPr>
          <a:xfrm>
            <a:off x="407100" y="343565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FA50654-416B-0FF4-3A27-5A66B517E246}"/>
              </a:ext>
            </a:extLst>
          </p:cNvPr>
          <p:cNvSpPr/>
          <p:nvPr/>
        </p:nvSpPr>
        <p:spPr>
          <a:xfrm>
            <a:off x="407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D9E8F49-9EEC-1563-3295-09F8E6B442F9}"/>
              </a:ext>
            </a:extLst>
          </p:cNvPr>
          <p:cNvSpPr/>
          <p:nvPr/>
        </p:nvSpPr>
        <p:spPr>
          <a:xfrm>
            <a:off x="2756601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E0A7342-49DE-924A-6E56-7CD7B7C3A6B0}"/>
              </a:ext>
            </a:extLst>
          </p:cNvPr>
          <p:cNvSpPr/>
          <p:nvPr/>
        </p:nvSpPr>
        <p:spPr>
          <a:xfrm>
            <a:off x="5106101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12ECBB1E-0259-C5D3-6E1F-7F659C47A7BD}"/>
              </a:ext>
            </a:extLst>
          </p:cNvPr>
          <p:cNvSpPr/>
          <p:nvPr/>
        </p:nvSpPr>
        <p:spPr>
          <a:xfrm>
            <a:off x="74556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06313F5-E298-3BE6-BE1C-F5D616674566}"/>
              </a:ext>
            </a:extLst>
          </p:cNvPr>
          <p:cNvSpPr/>
          <p:nvPr/>
        </p:nvSpPr>
        <p:spPr>
          <a:xfrm>
            <a:off x="9805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790BC71-6021-3292-4195-BF77308A9CE8}"/>
              </a:ext>
            </a:extLst>
          </p:cNvPr>
          <p:cNvSpPr/>
          <p:nvPr/>
        </p:nvSpPr>
        <p:spPr>
          <a:xfrm>
            <a:off x="2756601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B9F96EE1-40AA-3860-E858-F4BD778F5DA8}"/>
              </a:ext>
            </a:extLst>
          </p:cNvPr>
          <p:cNvSpPr/>
          <p:nvPr/>
        </p:nvSpPr>
        <p:spPr>
          <a:xfrm>
            <a:off x="5102139" y="34356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463FFC71-9BD3-9DEC-D41C-5E43238EA5CC}"/>
              </a:ext>
            </a:extLst>
          </p:cNvPr>
          <p:cNvSpPr/>
          <p:nvPr/>
        </p:nvSpPr>
        <p:spPr>
          <a:xfrm>
            <a:off x="7447676" y="343563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7B579390-64E3-FA04-2E5B-4BA2E1B776FB}"/>
              </a:ext>
            </a:extLst>
          </p:cNvPr>
          <p:cNvSpPr/>
          <p:nvPr/>
        </p:nvSpPr>
        <p:spPr>
          <a:xfrm>
            <a:off x="9793214" y="343562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10230356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" name="Object 51" hidden="1">
            <a:extLst>
              <a:ext uri="{FF2B5EF4-FFF2-40B4-BE49-F238E27FC236}">
                <a16:creationId xmlns:a16="http://schemas.microsoft.com/office/drawing/2014/main" id="{5412032F-C466-D159-520A-8C6EB0C27E5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61237068"/>
              </p:ext>
            </p:extLst>
          </p:nvPr>
        </p:nvGraphicFramePr>
        <p:xfrm>
          <a:off x="1588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52" name="Object 51" hidden="1">
                        <a:extLst>
                          <a:ext uri="{FF2B5EF4-FFF2-40B4-BE49-F238E27FC236}">
                            <a16:creationId xmlns:a16="http://schemas.microsoft.com/office/drawing/2014/main" id="{5412032F-C466-D159-520A-8C6EB0C27E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58B05A5-B63B-3299-72C5-3694ACBB5D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67" name="Title 66">
            <a:extLst>
              <a:ext uri="{FF2B5EF4-FFF2-40B4-BE49-F238E27FC236}">
                <a16:creationId xmlns:a16="http://schemas.microsoft.com/office/drawing/2014/main" id="{BC2FE6A8-8A0A-DD85-F6EF-70103A6B8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Copyable ticker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C08489-C2F8-E8B1-E3A0-2E9F184E5957}"/>
              </a:ext>
            </a:extLst>
          </p:cNvPr>
          <p:cNvSpPr/>
          <p:nvPr/>
        </p:nvSpPr>
        <p:spPr>
          <a:xfrm>
            <a:off x="0" y="343770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0CE231-B455-AAF5-30BF-2DD45890843C}"/>
              </a:ext>
            </a:extLst>
          </p:cNvPr>
          <p:cNvSpPr/>
          <p:nvPr/>
        </p:nvSpPr>
        <p:spPr>
          <a:xfrm>
            <a:off x="407100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FA50654-416B-0FF4-3A27-5A66B517E246}"/>
              </a:ext>
            </a:extLst>
          </p:cNvPr>
          <p:cNvSpPr/>
          <p:nvPr/>
        </p:nvSpPr>
        <p:spPr>
          <a:xfrm>
            <a:off x="407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D9E8F49-9EEC-1563-3295-09F8E6B442F9}"/>
              </a:ext>
            </a:extLst>
          </p:cNvPr>
          <p:cNvSpPr/>
          <p:nvPr/>
        </p:nvSpPr>
        <p:spPr>
          <a:xfrm>
            <a:off x="2756601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E0A7342-49DE-924A-6E56-7CD7B7C3A6B0}"/>
              </a:ext>
            </a:extLst>
          </p:cNvPr>
          <p:cNvSpPr/>
          <p:nvPr/>
        </p:nvSpPr>
        <p:spPr>
          <a:xfrm>
            <a:off x="5106101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12ECBB1E-0259-C5D3-6E1F-7F659C47A7BD}"/>
              </a:ext>
            </a:extLst>
          </p:cNvPr>
          <p:cNvSpPr/>
          <p:nvPr/>
        </p:nvSpPr>
        <p:spPr>
          <a:xfrm>
            <a:off x="74556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06313F5-E298-3BE6-BE1C-F5D616674566}"/>
              </a:ext>
            </a:extLst>
          </p:cNvPr>
          <p:cNvSpPr/>
          <p:nvPr/>
        </p:nvSpPr>
        <p:spPr>
          <a:xfrm>
            <a:off x="9805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790BC71-6021-3292-4195-BF77308A9CE8}"/>
              </a:ext>
            </a:extLst>
          </p:cNvPr>
          <p:cNvSpPr/>
          <p:nvPr/>
        </p:nvSpPr>
        <p:spPr>
          <a:xfrm>
            <a:off x="2756601" y="343565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B9F96EE1-40AA-3860-E858-F4BD778F5DA8}"/>
              </a:ext>
            </a:extLst>
          </p:cNvPr>
          <p:cNvSpPr/>
          <p:nvPr/>
        </p:nvSpPr>
        <p:spPr>
          <a:xfrm>
            <a:off x="5102139" y="34356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463FFC71-9BD3-9DEC-D41C-5E43238EA5CC}"/>
              </a:ext>
            </a:extLst>
          </p:cNvPr>
          <p:cNvSpPr/>
          <p:nvPr/>
        </p:nvSpPr>
        <p:spPr>
          <a:xfrm>
            <a:off x="7447676" y="343563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7B579390-64E3-FA04-2E5B-4BA2E1B776FB}"/>
              </a:ext>
            </a:extLst>
          </p:cNvPr>
          <p:cNvSpPr/>
          <p:nvPr/>
        </p:nvSpPr>
        <p:spPr>
          <a:xfrm>
            <a:off x="9793214" y="343562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9878527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" name="Object 51" hidden="1">
            <a:extLst>
              <a:ext uri="{FF2B5EF4-FFF2-40B4-BE49-F238E27FC236}">
                <a16:creationId xmlns:a16="http://schemas.microsoft.com/office/drawing/2014/main" id="{5412032F-C466-D159-520A-8C6EB0C27E5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52" name="Object 51" hidden="1">
                        <a:extLst>
                          <a:ext uri="{FF2B5EF4-FFF2-40B4-BE49-F238E27FC236}">
                            <a16:creationId xmlns:a16="http://schemas.microsoft.com/office/drawing/2014/main" id="{5412032F-C466-D159-520A-8C6EB0C27E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58B05A5-B63B-3299-72C5-3694ACBB5D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67" name="Title 66">
            <a:extLst>
              <a:ext uri="{FF2B5EF4-FFF2-40B4-BE49-F238E27FC236}">
                <a16:creationId xmlns:a16="http://schemas.microsoft.com/office/drawing/2014/main" id="{BC2FE6A8-8A0A-DD85-F6EF-70103A6B8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Copyable ticker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C08489-C2F8-E8B1-E3A0-2E9F184E5957}"/>
              </a:ext>
            </a:extLst>
          </p:cNvPr>
          <p:cNvSpPr/>
          <p:nvPr/>
        </p:nvSpPr>
        <p:spPr>
          <a:xfrm>
            <a:off x="0" y="343770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0CE231-B455-AAF5-30BF-2DD45890843C}"/>
              </a:ext>
            </a:extLst>
          </p:cNvPr>
          <p:cNvSpPr/>
          <p:nvPr/>
        </p:nvSpPr>
        <p:spPr>
          <a:xfrm>
            <a:off x="407100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FA50654-416B-0FF4-3A27-5A66B517E246}"/>
              </a:ext>
            </a:extLst>
          </p:cNvPr>
          <p:cNvSpPr/>
          <p:nvPr/>
        </p:nvSpPr>
        <p:spPr>
          <a:xfrm>
            <a:off x="407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D9E8F49-9EEC-1563-3295-09F8E6B442F9}"/>
              </a:ext>
            </a:extLst>
          </p:cNvPr>
          <p:cNvSpPr/>
          <p:nvPr/>
        </p:nvSpPr>
        <p:spPr>
          <a:xfrm>
            <a:off x="2756601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E0A7342-49DE-924A-6E56-7CD7B7C3A6B0}"/>
              </a:ext>
            </a:extLst>
          </p:cNvPr>
          <p:cNvSpPr/>
          <p:nvPr/>
        </p:nvSpPr>
        <p:spPr>
          <a:xfrm>
            <a:off x="5106101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12ECBB1E-0259-C5D3-6E1F-7F659C47A7BD}"/>
              </a:ext>
            </a:extLst>
          </p:cNvPr>
          <p:cNvSpPr/>
          <p:nvPr/>
        </p:nvSpPr>
        <p:spPr>
          <a:xfrm>
            <a:off x="74556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06313F5-E298-3BE6-BE1C-F5D616674566}"/>
              </a:ext>
            </a:extLst>
          </p:cNvPr>
          <p:cNvSpPr/>
          <p:nvPr/>
        </p:nvSpPr>
        <p:spPr>
          <a:xfrm>
            <a:off x="9805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790BC71-6021-3292-4195-BF77308A9CE8}"/>
              </a:ext>
            </a:extLst>
          </p:cNvPr>
          <p:cNvSpPr/>
          <p:nvPr/>
        </p:nvSpPr>
        <p:spPr>
          <a:xfrm>
            <a:off x="2756601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B9F96EE1-40AA-3860-E858-F4BD778F5DA8}"/>
              </a:ext>
            </a:extLst>
          </p:cNvPr>
          <p:cNvSpPr/>
          <p:nvPr/>
        </p:nvSpPr>
        <p:spPr>
          <a:xfrm>
            <a:off x="5102139" y="343564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463FFC71-9BD3-9DEC-D41C-5E43238EA5CC}"/>
              </a:ext>
            </a:extLst>
          </p:cNvPr>
          <p:cNvSpPr/>
          <p:nvPr/>
        </p:nvSpPr>
        <p:spPr>
          <a:xfrm>
            <a:off x="7447676" y="343563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7B579390-64E3-FA04-2E5B-4BA2E1B776FB}"/>
              </a:ext>
            </a:extLst>
          </p:cNvPr>
          <p:cNvSpPr/>
          <p:nvPr/>
        </p:nvSpPr>
        <p:spPr>
          <a:xfrm>
            <a:off x="9793214" y="343562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41256375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" name="Object 51" hidden="1">
            <a:extLst>
              <a:ext uri="{FF2B5EF4-FFF2-40B4-BE49-F238E27FC236}">
                <a16:creationId xmlns:a16="http://schemas.microsoft.com/office/drawing/2014/main" id="{5412032F-C466-D159-520A-8C6EB0C27E5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52" name="Object 51" hidden="1">
                        <a:extLst>
                          <a:ext uri="{FF2B5EF4-FFF2-40B4-BE49-F238E27FC236}">
                            <a16:creationId xmlns:a16="http://schemas.microsoft.com/office/drawing/2014/main" id="{5412032F-C466-D159-520A-8C6EB0C27E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58B05A5-B63B-3299-72C5-3694ACBB5D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67" name="Title 66">
            <a:extLst>
              <a:ext uri="{FF2B5EF4-FFF2-40B4-BE49-F238E27FC236}">
                <a16:creationId xmlns:a16="http://schemas.microsoft.com/office/drawing/2014/main" id="{BC2FE6A8-8A0A-DD85-F6EF-70103A6B8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Copyable ticker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C08489-C2F8-E8B1-E3A0-2E9F184E5957}"/>
              </a:ext>
            </a:extLst>
          </p:cNvPr>
          <p:cNvSpPr/>
          <p:nvPr/>
        </p:nvSpPr>
        <p:spPr>
          <a:xfrm>
            <a:off x="0" y="343770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0CE231-B455-AAF5-30BF-2DD45890843C}"/>
              </a:ext>
            </a:extLst>
          </p:cNvPr>
          <p:cNvSpPr/>
          <p:nvPr/>
        </p:nvSpPr>
        <p:spPr>
          <a:xfrm>
            <a:off x="407100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FA50654-416B-0FF4-3A27-5A66B517E246}"/>
              </a:ext>
            </a:extLst>
          </p:cNvPr>
          <p:cNvSpPr/>
          <p:nvPr/>
        </p:nvSpPr>
        <p:spPr>
          <a:xfrm>
            <a:off x="407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D9E8F49-9EEC-1563-3295-09F8E6B442F9}"/>
              </a:ext>
            </a:extLst>
          </p:cNvPr>
          <p:cNvSpPr/>
          <p:nvPr/>
        </p:nvSpPr>
        <p:spPr>
          <a:xfrm>
            <a:off x="2756601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E0A7342-49DE-924A-6E56-7CD7B7C3A6B0}"/>
              </a:ext>
            </a:extLst>
          </p:cNvPr>
          <p:cNvSpPr/>
          <p:nvPr/>
        </p:nvSpPr>
        <p:spPr>
          <a:xfrm>
            <a:off x="5106101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12ECBB1E-0259-C5D3-6E1F-7F659C47A7BD}"/>
              </a:ext>
            </a:extLst>
          </p:cNvPr>
          <p:cNvSpPr/>
          <p:nvPr/>
        </p:nvSpPr>
        <p:spPr>
          <a:xfrm>
            <a:off x="74556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06313F5-E298-3BE6-BE1C-F5D616674566}"/>
              </a:ext>
            </a:extLst>
          </p:cNvPr>
          <p:cNvSpPr/>
          <p:nvPr/>
        </p:nvSpPr>
        <p:spPr>
          <a:xfrm>
            <a:off x="9805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790BC71-6021-3292-4195-BF77308A9CE8}"/>
              </a:ext>
            </a:extLst>
          </p:cNvPr>
          <p:cNvSpPr/>
          <p:nvPr/>
        </p:nvSpPr>
        <p:spPr>
          <a:xfrm>
            <a:off x="2756601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B9F96EE1-40AA-3860-E858-F4BD778F5DA8}"/>
              </a:ext>
            </a:extLst>
          </p:cNvPr>
          <p:cNvSpPr/>
          <p:nvPr/>
        </p:nvSpPr>
        <p:spPr>
          <a:xfrm>
            <a:off x="5102139" y="34356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463FFC71-9BD3-9DEC-D41C-5E43238EA5CC}"/>
              </a:ext>
            </a:extLst>
          </p:cNvPr>
          <p:cNvSpPr/>
          <p:nvPr/>
        </p:nvSpPr>
        <p:spPr>
          <a:xfrm>
            <a:off x="7447676" y="343563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7B579390-64E3-FA04-2E5B-4BA2E1B776FB}"/>
              </a:ext>
            </a:extLst>
          </p:cNvPr>
          <p:cNvSpPr/>
          <p:nvPr/>
        </p:nvSpPr>
        <p:spPr>
          <a:xfrm>
            <a:off x="9793214" y="343562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32403480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" name="Object 51" hidden="1">
            <a:extLst>
              <a:ext uri="{FF2B5EF4-FFF2-40B4-BE49-F238E27FC236}">
                <a16:creationId xmlns:a16="http://schemas.microsoft.com/office/drawing/2014/main" id="{5412032F-C466-D159-520A-8C6EB0C27E5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52" name="Object 51" hidden="1">
                        <a:extLst>
                          <a:ext uri="{FF2B5EF4-FFF2-40B4-BE49-F238E27FC236}">
                            <a16:creationId xmlns:a16="http://schemas.microsoft.com/office/drawing/2014/main" id="{5412032F-C466-D159-520A-8C6EB0C27E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58B05A5-B63B-3299-72C5-3694ACBB5D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67" name="Title 66">
            <a:extLst>
              <a:ext uri="{FF2B5EF4-FFF2-40B4-BE49-F238E27FC236}">
                <a16:creationId xmlns:a16="http://schemas.microsoft.com/office/drawing/2014/main" id="{BC2FE6A8-8A0A-DD85-F6EF-70103A6B8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Copyable ticker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C08489-C2F8-E8B1-E3A0-2E9F184E5957}"/>
              </a:ext>
            </a:extLst>
          </p:cNvPr>
          <p:cNvSpPr/>
          <p:nvPr/>
        </p:nvSpPr>
        <p:spPr>
          <a:xfrm>
            <a:off x="0" y="343770"/>
            <a:ext cx="12192000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0CE231-B455-AAF5-30BF-2DD45890843C}"/>
              </a:ext>
            </a:extLst>
          </p:cNvPr>
          <p:cNvSpPr/>
          <p:nvPr/>
        </p:nvSpPr>
        <p:spPr>
          <a:xfrm>
            <a:off x="407100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FA50654-416B-0FF4-3A27-5A66B517E246}"/>
              </a:ext>
            </a:extLst>
          </p:cNvPr>
          <p:cNvSpPr/>
          <p:nvPr/>
        </p:nvSpPr>
        <p:spPr>
          <a:xfrm>
            <a:off x="407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D9E8F49-9EEC-1563-3295-09F8E6B442F9}"/>
              </a:ext>
            </a:extLst>
          </p:cNvPr>
          <p:cNvSpPr/>
          <p:nvPr/>
        </p:nvSpPr>
        <p:spPr>
          <a:xfrm>
            <a:off x="2756601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E0A7342-49DE-924A-6E56-7CD7B7C3A6B0}"/>
              </a:ext>
            </a:extLst>
          </p:cNvPr>
          <p:cNvSpPr/>
          <p:nvPr/>
        </p:nvSpPr>
        <p:spPr>
          <a:xfrm>
            <a:off x="5106101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Methodology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12ECBB1E-0259-C5D3-6E1F-7F659C47A7BD}"/>
              </a:ext>
            </a:extLst>
          </p:cNvPr>
          <p:cNvSpPr/>
          <p:nvPr/>
        </p:nvSpPr>
        <p:spPr>
          <a:xfrm>
            <a:off x="74556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bg1">
                    <a:lumMod val="85000"/>
                  </a:schemeClr>
                </a:solidFill>
                <a:latin typeface="+mj-lt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06313F5-E298-3BE6-BE1C-F5D616674566}"/>
              </a:ext>
            </a:extLst>
          </p:cNvPr>
          <p:cNvSpPr/>
          <p:nvPr/>
        </p:nvSpPr>
        <p:spPr>
          <a:xfrm>
            <a:off x="9805100" y="18931"/>
            <a:ext cx="1979801" cy="2931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20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790BC71-6021-3292-4195-BF77308A9CE8}"/>
              </a:ext>
            </a:extLst>
          </p:cNvPr>
          <p:cNvSpPr/>
          <p:nvPr/>
        </p:nvSpPr>
        <p:spPr>
          <a:xfrm>
            <a:off x="2756601" y="343565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AU" sz="1801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B9F96EE1-40AA-3860-E858-F4BD778F5DA8}"/>
              </a:ext>
            </a:extLst>
          </p:cNvPr>
          <p:cNvSpPr/>
          <p:nvPr/>
        </p:nvSpPr>
        <p:spPr>
          <a:xfrm>
            <a:off x="5102139" y="343564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463FFC71-9BD3-9DEC-D41C-5E43238EA5CC}"/>
              </a:ext>
            </a:extLst>
          </p:cNvPr>
          <p:cNvSpPr/>
          <p:nvPr/>
        </p:nvSpPr>
        <p:spPr>
          <a:xfrm>
            <a:off x="7447676" y="343563"/>
            <a:ext cx="1979801" cy="5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7B579390-64E3-FA04-2E5B-4BA2E1B776FB}"/>
              </a:ext>
            </a:extLst>
          </p:cNvPr>
          <p:cNvSpPr/>
          <p:nvPr/>
        </p:nvSpPr>
        <p:spPr>
          <a:xfrm>
            <a:off x="9793214" y="343562"/>
            <a:ext cx="1979801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1"/>
          </a:p>
        </p:txBody>
      </p:sp>
    </p:spTree>
    <p:extLst>
      <p:ext uri="{BB962C8B-B14F-4D97-AF65-F5344CB8AC3E}">
        <p14:creationId xmlns:p14="http://schemas.microsoft.com/office/powerpoint/2010/main" val="23390839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83FA2A8-F6A1-0D96-674A-2D8F038603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4EC3B62-8E0A-6BE6-FAC3-92E15814E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err="1"/>
              <a:t>Colourbar</a:t>
            </a:r>
            <a:r>
              <a:rPr lang="en-AU"/>
              <a:t> on top</a:t>
            </a:r>
          </a:p>
        </p:txBody>
      </p:sp>
    </p:spTree>
    <p:extLst>
      <p:ext uri="{BB962C8B-B14F-4D97-AF65-F5344CB8AC3E}">
        <p14:creationId xmlns:p14="http://schemas.microsoft.com/office/powerpoint/2010/main" val="18530933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467BCF7-26AA-F5D5-D458-F012881B6C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C26B2DA-F1E0-AC3A-0605-CD47F4211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406745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380A819-53E2-008C-5FAE-A91D907327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E734F45-3748-87D7-9520-F5481E7E6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878108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72BBEDB-DD80-4C02-7AD4-C1B05B1227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794FD6D-AAEA-E406-BE6A-FAFB82E8E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24208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B1D7D0-72CF-50F1-59FA-DF8DC9724F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0007FEA-DDFD-83EB-550B-325A1D0F3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232270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A98EA8-37CC-D813-9059-F87701941B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2736029-6FD2-1C09-7EE4-D51C21671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4 ticker version</a:t>
            </a:r>
          </a:p>
        </p:txBody>
      </p:sp>
    </p:spTree>
    <p:extLst>
      <p:ext uri="{BB962C8B-B14F-4D97-AF65-F5344CB8AC3E}">
        <p14:creationId xmlns:p14="http://schemas.microsoft.com/office/powerpoint/2010/main" val="9864818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D9FD5C-E64D-6349-A587-D817D74F17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64D811D-DFC9-55D4-A071-F932755C1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893797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AE15C71-850B-F8CC-C744-497C9FAACB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5E9A4F1-C58B-15AE-7653-06F88ACAB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941566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A5B4AA0-A03C-D260-492E-37538AD70C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8166E27-D62C-91A5-E458-A9A61BEE4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596110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FC606E1-B1D3-3A92-87A1-82FA0FBC2FE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AU"/>
              <a:t>Some slide templates</a:t>
            </a:r>
          </a:p>
        </p:txBody>
      </p:sp>
    </p:spTree>
    <p:extLst>
      <p:ext uri="{BB962C8B-B14F-4D97-AF65-F5344CB8AC3E}">
        <p14:creationId xmlns:p14="http://schemas.microsoft.com/office/powerpoint/2010/main" val="934954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" name="Object 51" hidden="1">
            <a:extLst>
              <a:ext uri="{FF2B5EF4-FFF2-40B4-BE49-F238E27FC236}">
                <a16:creationId xmlns:a16="http://schemas.microsoft.com/office/drawing/2014/main" id="{5412032F-C466-D159-520A-8C6EB0C27E5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52" name="Object 51" hidden="1">
                        <a:extLst>
                          <a:ext uri="{FF2B5EF4-FFF2-40B4-BE49-F238E27FC236}">
                            <a16:creationId xmlns:a16="http://schemas.microsoft.com/office/drawing/2014/main" id="{5412032F-C466-D159-520A-8C6EB0C27E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58B05A5-B63B-3299-72C5-3694ACBB5D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51" name="Footer Placeholder 4">
            <a:extLst>
              <a:ext uri="{FF2B5EF4-FFF2-40B4-BE49-F238E27FC236}">
                <a16:creationId xmlns:a16="http://schemas.microsoft.com/office/drawing/2014/main" id="{EC8E9158-9069-6040-561E-805076310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63" name="Title 62">
            <a:extLst>
              <a:ext uri="{FF2B5EF4-FFF2-40B4-BE49-F238E27FC236}">
                <a16:creationId xmlns:a16="http://schemas.microsoft.com/office/drawing/2014/main" id="{E4D1C1F1-E9E2-F45D-91D6-D6E6E566C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B2796EF-9617-8489-A6DC-A5D023354644}"/>
              </a:ext>
            </a:extLst>
          </p:cNvPr>
          <p:cNvCxnSpPr>
            <a:cxnSpLocks/>
          </p:cNvCxnSpPr>
          <p:nvPr/>
        </p:nvCxnSpPr>
        <p:spPr>
          <a:xfrm>
            <a:off x="431289" y="1902051"/>
            <a:ext cx="3735925" cy="0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/>
        </p:spPr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48207C8-EFC0-6878-C360-AB16D85087C5}"/>
              </a:ext>
            </a:extLst>
          </p:cNvPr>
          <p:cNvCxnSpPr>
            <a:cxnSpLocks/>
          </p:cNvCxnSpPr>
          <p:nvPr/>
        </p:nvCxnSpPr>
        <p:spPr>
          <a:xfrm>
            <a:off x="4629151" y="1902051"/>
            <a:ext cx="7200631" cy="0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/>
        </p:spPr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1C1A0820-8970-4B42-5107-2F596E8C0B2D}"/>
              </a:ext>
            </a:extLst>
          </p:cNvPr>
          <p:cNvSpPr/>
          <p:nvPr/>
        </p:nvSpPr>
        <p:spPr>
          <a:xfrm>
            <a:off x="5857875" y="2836799"/>
            <a:ext cx="2303515" cy="859396"/>
          </a:xfrm>
          <a:prstGeom prst="rect">
            <a:avLst/>
          </a:prstGeom>
          <a:solidFill>
            <a:srgbClr val="FFFFFF">
              <a:lumMod val="95000"/>
            </a:srgbClr>
          </a:solidFill>
          <a:ln w="19050" cap="flat" cmpd="sng" algn="ctr">
            <a:noFill/>
            <a:prstDash val="sysDot"/>
            <a:headEnd type="none" w="med" len="med"/>
            <a:tailEnd type="none" w="med" len="med"/>
          </a:ln>
          <a:effectLst/>
        </p:spPr>
        <p:txBody>
          <a:bodyPr lIns="365760" tIns="91440" rIns="91440" bIns="91440" rtlCol="0" anchor="ctr">
            <a:noAutofit/>
          </a:bodyPr>
          <a:lstStyle/>
          <a:p>
            <a:pPr defTabSz="914411">
              <a:defRPr/>
            </a:pPr>
            <a:endParaRPr lang="en-US" sz="1200" kern="0">
              <a:solidFill>
                <a:srgbClr val="000000"/>
              </a:solidFill>
              <a:latin typeface="Proxima Nova Rg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B1180B3-4995-01A2-B021-1B8B76225640}"/>
              </a:ext>
            </a:extLst>
          </p:cNvPr>
          <p:cNvSpPr/>
          <p:nvPr/>
        </p:nvSpPr>
        <p:spPr>
          <a:xfrm>
            <a:off x="5857875" y="3936212"/>
            <a:ext cx="2303515" cy="859396"/>
          </a:xfrm>
          <a:prstGeom prst="rect">
            <a:avLst/>
          </a:prstGeom>
          <a:solidFill>
            <a:srgbClr val="FFFFFF">
              <a:lumMod val="95000"/>
            </a:srgbClr>
          </a:solidFill>
          <a:ln w="19050" cap="flat" cmpd="sng" algn="ctr">
            <a:noFill/>
            <a:prstDash val="sysDot"/>
            <a:headEnd type="none" w="med" len="med"/>
            <a:tailEnd type="none" w="med" len="med"/>
          </a:ln>
          <a:effectLst/>
        </p:spPr>
        <p:txBody>
          <a:bodyPr lIns="365760" tIns="91440" rIns="91440" bIns="91440" rtlCol="0" anchor="ctr">
            <a:noAutofit/>
          </a:bodyPr>
          <a:lstStyle/>
          <a:p>
            <a:pPr defTabSz="914411">
              <a:defRPr/>
            </a:pPr>
            <a:endParaRPr lang="en-US" sz="1200" kern="0">
              <a:solidFill>
                <a:srgbClr val="000000"/>
              </a:solidFill>
              <a:latin typeface="Proxima Nova Rg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8149C23-5AB7-B1A6-18AF-AA4777C923A3}"/>
              </a:ext>
            </a:extLst>
          </p:cNvPr>
          <p:cNvSpPr/>
          <p:nvPr/>
        </p:nvSpPr>
        <p:spPr>
          <a:xfrm>
            <a:off x="5857875" y="5036522"/>
            <a:ext cx="2303515" cy="859396"/>
          </a:xfrm>
          <a:prstGeom prst="rect">
            <a:avLst/>
          </a:prstGeom>
          <a:solidFill>
            <a:srgbClr val="FFFFFF">
              <a:lumMod val="95000"/>
            </a:srgbClr>
          </a:solidFill>
          <a:ln w="19050" cap="flat" cmpd="sng" algn="ctr">
            <a:noFill/>
            <a:prstDash val="sysDot"/>
            <a:headEnd type="none" w="med" len="med"/>
            <a:tailEnd type="none" w="med" len="med"/>
          </a:ln>
          <a:effectLst/>
        </p:spPr>
        <p:txBody>
          <a:bodyPr lIns="365760" tIns="91440" rIns="91440" bIns="91440" rtlCol="0" anchor="ctr">
            <a:noAutofit/>
          </a:bodyPr>
          <a:lstStyle/>
          <a:p>
            <a:pPr defTabSz="914411">
              <a:defRPr/>
            </a:pPr>
            <a:endParaRPr lang="en-US" sz="1200" kern="0">
              <a:solidFill>
                <a:srgbClr val="000000"/>
              </a:solidFill>
              <a:latin typeface="Proxima Nova Rg"/>
            </a:endParaRPr>
          </a:p>
        </p:txBody>
      </p:sp>
      <p:sp>
        <p:nvSpPr>
          <p:cNvPr id="10" name="Arrow: Pentagon 9">
            <a:extLst>
              <a:ext uri="{FF2B5EF4-FFF2-40B4-BE49-F238E27FC236}">
                <a16:creationId xmlns:a16="http://schemas.microsoft.com/office/drawing/2014/main" id="{6BE42E87-A651-972E-F610-E3FFB565190B}"/>
              </a:ext>
            </a:extLst>
          </p:cNvPr>
          <p:cNvSpPr/>
          <p:nvPr/>
        </p:nvSpPr>
        <p:spPr>
          <a:xfrm>
            <a:off x="4629149" y="2836799"/>
            <a:ext cx="1466850" cy="859396"/>
          </a:xfrm>
          <a:prstGeom prst="homePlate">
            <a:avLst>
              <a:gd name="adj" fmla="val 20000"/>
            </a:avLst>
          </a:prstGeom>
          <a:solidFill>
            <a:srgbClr val="33A7AB"/>
          </a:solidFill>
          <a:ln w="19050" cap="flat" cmpd="sng" algn="ctr">
            <a:noFill/>
            <a:prstDash val="sysDot"/>
            <a:headEnd type="none" w="med" len="med"/>
            <a:tailEnd type="none" w="med" len="med"/>
          </a:ln>
          <a:effectLst/>
        </p:spPr>
        <p:txBody>
          <a:bodyPr lIns="91440" tIns="91440" rIns="91440" bIns="91440" rtlCol="0" anchor="ctr">
            <a:noAutofit/>
          </a:bodyPr>
          <a:lstStyle/>
          <a:p>
            <a:pPr defTabSz="914411">
              <a:defRPr/>
            </a:pPr>
            <a:endParaRPr lang="en-US" sz="1200" b="1" kern="0">
              <a:solidFill>
                <a:schemeClr val="accent1"/>
              </a:solidFill>
              <a:latin typeface="Proxima Nova Rg"/>
            </a:endParaRPr>
          </a:p>
        </p:txBody>
      </p:sp>
      <p:sp>
        <p:nvSpPr>
          <p:cNvPr id="11" name="Arrow: Pentagon 10">
            <a:extLst>
              <a:ext uri="{FF2B5EF4-FFF2-40B4-BE49-F238E27FC236}">
                <a16:creationId xmlns:a16="http://schemas.microsoft.com/office/drawing/2014/main" id="{BEE18F2A-B8D4-AF6D-837B-DCB7301BE740}"/>
              </a:ext>
            </a:extLst>
          </p:cNvPr>
          <p:cNvSpPr/>
          <p:nvPr/>
        </p:nvSpPr>
        <p:spPr>
          <a:xfrm>
            <a:off x="4629149" y="3936212"/>
            <a:ext cx="1466850" cy="859396"/>
          </a:xfrm>
          <a:prstGeom prst="homePlate">
            <a:avLst>
              <a:gd name="adj" fmla="val 20000"/>
            </a:avLst>
          </a:prstGeom>
          <a:solidFill>
            <a:schemeClr val="accent3"/>
          </a:solidFill>
          <a:ln w="19050" cap="flat" cmpd="sng" algn="ctr">
            <a:noFill/>
            <a:prstDash val="sysDot"/>
            <a:headEnd type="none" w="med" len="med"/>
            <a:tailEnd type="none" w="med" len="med"/>
          </a:ln>
          <a:effectLst/>
        </p:spPr>
        <p:txBody>
          <a:bodyPr lIns="91440" tIns="91440" rIns="91440" bIns="91440" rtlCol="0" anchor="ctr">
            <a:noAutofit/>
          </a:bodyPr>
          <a:lstStyle/>
          <a:p>
            <a:pPr defTabSz="914411">
              <a:defRPr/>
            </a:pPr>
            <a:endParaRPr lang="en-US" sz="1200" b="1" kern="0">
              <a:solidFill>
                <a:schemeClr val="accent1"/>
              </a:solidFill>
              <a:latin typeface="Proxima Nova Rg"/>
            </a:endParaRPr>
          </a:p>
        </p:txBody>
      </p:sp>
      <p:sp>
        <p:nvSpPr>
          <p:cNvPr id="12" name="Arrow: Pentagon 11">
            <a:extLst>
              <a:ext uri="{FF2B5EF4-FFF2-40B4-BE49-F238E27FC236}">
                <a16:creationId xmlns:a16="http://schemas.microsoft.com/office/drawing/2014/main" id="{D59FDFD0-E64C-2DC5-B5EE-9003B929A02D}"/>
              </a:ext>
            </a:extLst>
          </p:cNvPr>
          <p:cNvSpPr/>
          <p:nvPr/>
        </p:nvSpPr>
        <p:spPr>
          <a:xfrm>
            <a:off x="4629149" y="5036522"/>
            <a:ext cx="1466850" cy="859396"/>
          </a:xfrm>
          <a:prstGeom prst="homePlate">
            <a:avLst>
              <a:gd name="adj" fmla="val 20000"/>
            </a:avLst>
          </a:prstGeom>
          <a:solidFill>
            <a:schemeClr val="accent3"/>
          </a:solidFill>
          <a:ln w="19050" cap="flat" cmpd="sng" algn="ctr">
            <a:noFill/>
            <a:prstDash val="sysDot"/>
            <a:headEnd type="none" w="med" len="med"/>
            <a:tailEnd type="none" w="med" len="med"/>
          </a:ln>
          <a:effectLst/>
        </p:spPr>
        <p:txBody>
          <a:bodyPr lIns="91440" tIns="91440" rIns="91440" bIns="91440" rtlCol="0" anchor="ctr">
            <a:noAutofit/>
          </a:bodyPr>
          <a:lstStyle/>
          <a:p>
            <a:pPr defTabSz="914411">
              <a:defRPr/>
            </a:pPr>
            <a:endParaRPr lang="en-US" sz="1200" b="1" kern="0">
              <a:solidFill>
                <a:schemeClr val="accent1"/>
              </a:solidFill>
              <a:latin typeface="Proxima Nova Rg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41A9C4-C833-C058-DB50-EEE1D09F453E}"/>
              </a:ext>
            </a:extLst>
          </p:cNvPr>
          <p:cNvSpPr/>
          <p:nvPr/>
        </p:nvSpPr>
        <p:spPr>
          <a:xfrm>
            <a:off x="9526266" y="2836799"/>
            <a:ext cx="2303515" cy="859396"/>
          </a:xfrm>
          <a:prstGeom prst="rect">
            <a:avLst/>
          </a:prstGeom>
          <a:solidFill>
            <a:srgbClr val="FFFFFF">
              <a:lumMod val="95000"/>
            </a:srgbClr>
          </a:solidFill>
          <a:ln w="19050" cap="flat" cmpd="sng" algn="ctr">
            <a:noFill/>
            <a:prstDash val="sysDot"/>
            <a:headEnd type="none" w="med" len="med"/>
            <a:tailEnd type="none" w="med" len="med"/>
          </a:ln>
          <a:effectLst/>
        </p:spPr>
        <p:txBody>
          <a:bodyPr lIns="365760" tIns="91440" rIns="91440" bIns="91440" rtlCol="0" anchor="ctr">
            <a:noAutofit/>
          </a:bodyPr>
          <a:lstStyle/>
          <a:p>
            <a:pPr defTabSz="914411">
              <a:defRPr/>
            </a:pPr>
            <a:endParaRPr lang="en-US" sz="1200" kern="0">
              <a:solidFill>
                <a:srgbClr val="000000"/>
              </a:solidFill>
              <a:latin typeface="Proxima Nova Rg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3B42044-A710-60F8-5AC1-177642151C1C}"/>
              </a:ext>
            </a:extLst>
          </p:cNvPr>
          <p:cNvSpPr/>
          <p:nvPr/>
        </p:nvSpPr>
        <p:spPr>
          <a:xfrm>
            <a:off x="9526266" y="3936212"/>
            <a:ext cx="2303515" cy="859396"/>
          </a:xfrm>
          <a:prstGeom prst="rect">
            <a:avLst/>
          </a:prstGeom>
          <a:solidFill>
            <a:srgbClr val="FFFFFF">
              <a:lumMod val="95000"/>
            </a:srgbClr>
          </a:solidFill>
          <a:ln w="19050" cap="flat" cmpd="sng" algn="ctr">
            <a:noFill/>
            <a:prstDash val="sysDot"/>
            <a:headEnd type="none" w="med" len="med"/>
            <a:tailEnd type="none" w="med" len="med"/>
          </a:ln>
          <a:effectLst/>
        </p:spPr>
        <p:txBody>
          <a:bodyPr lIns="365760" tIns="91440" rIns="91440" bIns="91440" rtlCol="0" anchor="ctr">
            <a:noAutofit/>
          </a:bodyPr>
          <a:lstStyle/>
          <a:p>
            <a:pPr defTabSz="914411">
              <a:defRPr/>
            </a:pPr>
            <a:endParaRPr lang="en-US" sz="1200" kern="0">
              <a:solidFill>
                <a:srgbClr val="000000"/>
              </a:solidFill>
              <a:latin typeface="Proxima Nova Rg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64B507F-68E8-BD23-131A-EE7DAF4E80C1}"/>
              </a:ext>
            </a:extLst>
          </p:cNvPr>
          <p:cNvSpPr/>
          <p:nvPr/>
        </p:nvSpPr>
        <p:spPr>
          <a:xfrm>
            <a:off x="9526266" y="5036522"/>
            <a:ext cx="2303515" cy="859396"/>
          </a:xfrm>
          <a:prstGeom prst="rect">
            <a:avLst/>
          </a:prstGeom>
          <a:solidFill>
            <a:srgbClr val="FFFFFF">
              <a:lumMod val="95000"/>
            </a:srgbClr>
          </a:solidFill>
          <a:ln w="19050" cap="flat" cmpd="sng" algn="ctr">
            <a:noFill/>
            <a:prstDash val="sysDot"/>
            <a:headEnd type="none" w="med" len="med"/>
            <a:tailEnd type="none" w="med" len="med"/>
          </a:ln>
          <a:effectLst/>
        </p:spPr>
        <p:txBody>
          <a:bodyPr lIns="365760" tIns="91440" rIns="91440" bIns="91440" rtlCol="0" anchor="ctr">
            <a:noAutofit/>
          </a:bodyPr>
          <a:lstStyle/>
          <a:p>
            <a:pPr defTabSz="914411">
              <a:defRPr/>
            </a:pPr>
            <a:endParaRPr lang="en-US" sz="1200" kern="0">
              <a:solidFill>
                <a:srgbClr val="000000"/>
              </a:solidFill>
              <a:latin typeface="Proxima Nova Rg"/>
            </a:endParaRPr>
          </a:p>
        </p:txBody>
      </p:sp>
      <p:sp>
        <p:nvSpPr>
          <p:cNvPr id="16" name="Arrow: Pentagon 15">
            <a:extLst>
              <a:ext uri="{FF2B5EF4-FFF2-40B4-BE49-F238E27FC236}">
                <a16:creationId xmlns:a16="http://schemas.microsoft.com/office/drawing/2014/main" id="{89A6D8B6-E420-6E9E-B38D-DE373FCF1D3A}"/>
              </a:ext>
            </a:extLst>
          </p:cNvPr>
          <p:cNvSpPr/>
          <p:nvPr/>
        </p:nvSpPr>
        <p:spPr>
          <a:xfrm>
            <a:off x="8297542" y="2836799"/>
            <a:ext cx="1466850" cy="859396"/>
          </a:xfrm>
          <a:prstGeom prst="homePlate">
            <a:avLst>
              <a:gd name="adj" fmla="val 20000"/>
            </a:avLst>
          </a:prstGeom>
          <a:solidFill>
            <a:srgbClr val="33A7AB"/>
          </a:solidFill>
          <a:ln w="19050" cap="flat" cmpd="sng" algn="ctr">
            <a:noFill/>
            <a:prstDash val="sysDot"/>
            <a:headEnd type="none" w="med" len="med"/>
            <a:tailEnd type="none" w="med" len="med"/>
          </a:ln>
          <a:effectLst/>
        </p:spPr>
        <p:txBody>
          <a:bodyPr lIns="91440" tIns="91440" rIns="91440" bIns="91440" rtlCol="0" anchor="ctr">
            <a:noAutofit/>
          </a:bodyPr>
          <a:lstStyle/>
          <a:p>
            <a:pPr defTabSz="914411">
              <a:defRPr/>
            </a:pPr>
            <a:endParaRPr lang="en-US" sz="1200" b="1" kern="0">
              <a:solidFill>
                <a:schemeClr val="accent1"/>
              </a:solidFill>
              <a:latin typeface="Proxima Nova Rg"/>
            </a:endParaRPr>
          </a:p>
        </p:txBody>
      </p:sp>
      <p:sp>
        <p:nvSpPr>
          <p:cNvPr id="17" name="Arrow: Pentagon 16">
            <a:extLst>
              <a:ext uri="{FF2B5EF4-FFF2-40B4-BE49-F238E27FC236}">
                <a16:creationId xmlns:a16="http://schemas.microsoft.com/office/drawing/2014/main" id="{39F048D5-77CA-9D38-12CE-B3440A7D79FB}"/>
              </a:ext>
            </a:extLst>
          </p:cNvPr>
          <p:cNvSpPr/>
          <p:nvPr/>
        </p:nvSpPr>
        <p:spPr>
          <a:xfrm>
            <a:off x="8297542" y="3936212"/>
            <a:ext cx="1466850" cy="859396"/>
          </a:xfrm>
          <a:prstGeom prst="homePlate">
            <a:avLst>
              <a:gd name="adj" fmla="val 20000"/>
            </a:avLst>
          </a:prstGeom>
          <a:solidFill>
            <a:schemeClr val="accent3"/>
          </a:solidFill>
          <a:ln w="19050" cap="flat" cmpd="sng" algn="ctr">
            <a:noFill/>
            <a:prstDash val="sysDot"/>
            <a:headEnd type="none" w="med" len="med"/>
            <a:tailEnd type="none" w="med" len="med"/>
          </a:ln>
          <a:effectLst/>
        </p:spPr>
        <p:txBody>
          <a:bodyPr lIns="91440" tIns="91440" rIns="91440" bIns="91440" rtlCol="0" anchor="ctr">
            <a:noAutofit/>
          </a:bodyPr>
          <a:lstStyle/>
          <a:p>
            <a:pPr defTabSz="914411">
              <a:defRPr/>
            </a:pPr>
            <a:endParaRPr lang="en-US" sz="1200" b="1" kern="0">
              <a:solidFill>
                <a:schemeClr val="accent1"/>
              </a:solidFill>
              <a:latin typeface="Proxima Nova Rg"/>
            </a:endParaRPr>
          </a:p>
        </p:txBody>
      </p:sp>
      <p:sp>
        <p:nvSpPr>
          <p:cNvPr id="18" name="Arrow: Pentagon 17">
            <a:extLst>
              <a:ext uri="{FF2B5EF4-FFF2-40B4-BE49-F238E27FC236}">
                <a16:creationId xmlns:a16="http://schemas.microsoft.com/office/drawing/2014/main" id="{BAFE890A-50DC-B826-B347-4452F557736F}"/>
              </a:ext>
            </a:extLst>
          </p:cNvPr>
          <p:cNvSpPr/>
          <p:nvPr/>
        </p:nvSpPr>
        <p:spPr>
          <a:xfrm>
            <a:off x="8297542" y="5036522"/>
            <a:ext cx="1466850" cy="859396"/>
          </a:xfrm>
          <a:prstGeom prst="homePlate">
            <a:avLst>
              <a:gd name="adj" fmla="val 20000"/>
            </a:avLst>
          </a:prstGeom>
          <a:solidFill>
            <a:schemeClr val="accent3"/>
          </a:solidFill>
          <a:ln w="19050" cap="flat" cmpd="sng" algn="ctr">
            <a:noFill/>
            <a:prstDash val="sysDot"/>
            <a:headEnd type="none" w="med" len="med"/>
            <a:tailEnd type="none" w="med" len="med"/>
          </a:ln>
          <a:effectLst/>
        </p:spPr>
        <p:txBody>
          <a:bodyPr lIns="91440" tIns="91440" rIns="91440" bIns="91440" rtlCol="0" anchor="ctr">
            <a:noAutofit/>
          </a:bodyPr>
          <a:lstStyle/>
          <a:p>
            <a:pPr defTabSz="914411">
              <a:defRPr/>
            </a:pPr>
            <a:endParaRPr lang="en-US" sz="1200" b="1" kern="0">
              <a:solidFill>
                <a:schemeClr val="accent1"/>
              </a:solidFill>
              <a:latin typeface="Proxima Nova Rg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FC78CBF-8E60-B680-5853-F36436584172}"/>
              </a:ext>
            </a:extLst>
          </p:cNvPr>
          <p:cNvCxnSpPr>
            <a:cxnSpLocks/>
          </p:cNvCxnSpPr>
          <p:nvPr/>
        </p:nvCxnSpPr>
        <p:spPr>
          <a:xfrm>
            <a:off x="4269865" y="1902051"/>
            <a:ext cx="0" cy="4062875"/>
          </a:xfrm>
          <a:prstGeom prst="line">
            <a:avLst/>
          </a:prstGeom>
          <a:noFill/>
          <a:ln w="9525" cap="flat" cmpd="sng" algn="ctr">
            <a:solidFill>
              <a:srgbClr val="002060"/>
            </a:solidFill>
            <a:prstDash val="solid"/>
            <a:headEnd type="none" w="med" len="med"/>
            <a:tailEnd type="none" w="med" len="med"/>
          </a:ln>
          <a:effectLst/>
        </p:spPr>
      </p:cxn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440D515A-49DB-B815-CF54-FB92D421615B}"/>
              </a:ext>
            </a:extLst>
          </p:cNvPr>
          <p:cNvSpPr/>
          <p:nvPr/>
        </p:nvSpPr>
        <p:spPr>
          <a:xfrm rot="5400000">
            <a:off x="3902379" y="3953248"/>
            <a:ext cx="916053" cy="181083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9050" cap="flat" cmpd="sng" algn="ctr">
            <a:noFill/>
            <a:prstDash val="sysDot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 defTabSz="914411">
              <a:defRPr/>
            </a:pPr>
            <a:endParaRPr lang="en-US" sz="1801" b="1" kern="0">
              <a:solidFill>
                <a:srgbClr val="FFFFFF"/>
              </a:solidFill>
              <a:latin typeface="Graphik" panose="020B0503030202060203" pitchFamily="34" charset="77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A90BC34-6E0E-A37B-0DCF-6AD2BFB9309F}"/>
              </a:ext>
            </a:extLst>
          </p:cNvPr>
          <p:cNvSpPr/>
          <p:nvPr/>
        </p:nvSpPr>
        <p:spPr>
          <a:xfrm>
            <a:off x="1763123" y="2280317"/>
            <a:ext cx="756293" cy="756293"/>
          </a:xfrm>
          <a:prstGeom prst="ellipse">
            <a:avLst/>
          </a:prstGeom>
          <a:solidFill>
            <a:schemeClr val="accent1"/>
          </a:solidFill>
          <a:ln w="19050" cap="flat" cmpd="sng" algn="ctr">
            <a:noFill/>
            <a:prstDash val="sysDot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 defTabSz="914411">
              <a:defRPr/>
            </a:pPr>
            <a:endParaRPr lang="en-US" sz="1200" b="1" kern="0">
              <a:solidFill>
                <a:srgbClr val="FFFFFF"/>
              </a:solidFill>
              <a:latin typeface="Graphik" panose="020B0503030202060203" pitchFamily="34" charset="77"/>
            </a:endParaRPr>
          </a:p>
        </p:txBody>
      </p:sp>
      <p:pic>
        <p:nvPicPr>
          <p:cNvPr id="22" name="Graphic 21" descr="Fast Forward with solid fill">
            <a:extLst>
              <a:ext uri="{FF2B5EF4-FFF2-40B4-BE49-F238E27FC236}">
                <a16:creationId xmlns:a16="http://schemas.microsoft.com/office/drawing/2014/main" id="{85FEED6B-6C9D-815B-DAEE-7C1E6B443D8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67360" y="2384552"/>
            <a:ext cx="547819" cy="547819"/>
          </a:xfrm>
          <a:prstGeom prst="rect">
            <a:avLst/>
          </a:prstGeom>
        </p:spPr>
      </p:pic>
      <p:sp>
        <p:nvSpPr>
          <p:cNvPr id="23" name="Oval 22">
            <a:extLst>
              <a:ext uri="{FF2B5EF4-FFF2-40B4-BE49-F238E27FC236}">
                <a16:creationId xmlns:a16="http://schemas.microsoft.com/office/drawing/2014/main" id="{4A852854-9233-2D4B-6A60-9B1E29FFDEC2}"/>
              </a:ext>
            </a:extLst>
          </p:cNvPr>
          <p:cNvSpPr/>
          <p:nvPr/>
        </p:nvSpPr>
        <p:spPr>
          <a:xfrm>
            <a:off x="1763122" y="4037402"/>
            <a:ext cx="756000" cy="756000"/>
          </a:xfrm>
          <a:prstGeom prst="ellipse">
            <a:avLst/>
          </a:prstGeom>
          <a:solidFill>
            <a:schemeClr val="accent1"/>
          </a:solidFill>
          <a:ln w="19050" cap="flat" cmpd="sng" algn="ctr">
            <a:noFill/>
            <a:prstDash val="sysDot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 defTabSz="914411">
              <a:defRPr/>
            </a:pPr>
            <a:endParaRPr lang="en-US" sz="1200" b="1" kern="0">
              <a:solidFill>
                <a:srgbClr val="FFFFFF"/>
              </a:solidFill>
              <a:latin typeface="Graphik" panose="020B0503030202060203" pitchFamily="34" charset="77"/>
            </a:endParaRPr>
          </a:p>
        </p:txBody>
      </p:sp>
      <p:sp>
        <p:nvSpPr>
          <p:cNvPr id="24" name="Text Placeholder 86">
            <a:extLst>
              <a:ext uri="{FF2B5EF4-FFF2-40B4-BE49-F238E27FC236}">
                <a16:creationId xmlns:a16="http://schemas.microsoft.com/office/drawing/2014/main" id="{4520E456-8E3B-0CD4-2581-056CFB665D3F}"/>
              </a:ext>
            </a:extLst>
          </p:cNvPr>
          <p:cNvSpPr txBox="1">
            <a:spLocks/>
          </p:cNvSpPr>
          <p:nvPr/>
        </p:nvSpPr>
        <p:spPr>
          <a:xfrm>
            <a:off x="662179" y="3413300"/>
            <a:ext cx="2957513" cy="400395"/>
          </a:xfrm>
          <a:prstGeom prst="rect">
            <a:avLst/>
          </a:prstGeom>
        </p:spPr>
        <p:txBody>
          <a:bodyPr/>
          <a:lstStyle>
            <a:lvl1pPr marL="0" indent="0" algn="ctr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kumimoji="0" lang="en-US" sz="1200" b="0" i="0" u="none" strike="noStrike" kern="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/>
              <a:t>Lorem Ipsum</a:t>
            </a:r>
          </a:p>
        </p:txBody>
      </p:sp>
      <p:sp>
        <p:nvSpPr>
          <p:cNvPr id="25" name="Text Placeholder 86">
            <a:extLst>
              <a:ext uri="{FF2B5EF4-FFF2-40B4-BE49-F238E27FC236}">
                <a16:creationId xmlns:a16="http://schemas.microsoft.com/office/drawing/2014/main" id="{718A3788-DAF1-B544-B84C-42936E85D0A6}"/>
              </a:ext>
            </a:extLst>
          </p:cNvPr>
          <p:cNvSpPr txBox="1">
            <a:spLocks/>
          </p:cNvSpPr>
          <p:nvPr/>
        </p:nvSpPr>
        <p:spPr>
          <a:xfrm>
            <a:off x="662179" y="3129912"/>
            <a:ext cx="2957513" cy="270112"/>
          </a:xfrm>
          <a:prstGeom prst="rect">
            <a:avLst/>
          </a:prstGeom>
        </p:spPr>
        <p:txBody>
          <a:bodyPr/>
          <a:lstStyle>
            <a:lvl1pPr marL="0" indent="0" algn="ctr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kumimoji="0" lang="en-US" sz="1200" b="1" i="0" u="none" strike="noStrike" kern="0" cap="none" spc="0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>
                <a:solidFill>
                  <a:schemeClr val="accent1"/>
                </a:solidFill>
              </a:rPr>
              <a:t>Title challenge 1</a:t>
            </a:r>
          </a:p>
        </p:txBody>
      </p:sp>
      <p:sp>
        <p:nvSpPr>
          <p:cNvPr id="26" name="Text Placeholder 86">
            <a:extLst>
              <a:ext uri="{FF2B5EF4-FFF2-40B4-BE49-F238E27FC236}">
                <a16:creationId xmlns:a16="http://schemas.microsoft.com/office/drawing/2014/main" id="{22CC9DF3-1186-66BA-5B26-712D37A90BAE}"/>
              </a:ext>
            </a:extLst>
          </p:cNvPr>
          <p:cNvSpPr txBox="1">
            <a:spLocks/>
          </p:cNvSpPr>
          <p:nvPr/>
        </p:nvSpPr>
        <p:spPr>
          <a:xfrm>
            <a:off x="662179" y="5071691"/>
            <a:ext cx="2957513" cy="400395"/>
          </a:xfrm>
          <a:prstGeom prst="rect">
            <a:avLst/>
          </a:prstGeom>
          <a:noFill/>
        </p:spPr>
        <p:txBody>
          <a:bodyPr anchor="ctr"/>
          <a:lstStyle>
            <a:lvl1pPr marL="0" indent="0" algn="ctr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kumimoji="0" lang="en-US" sz="1200" b="0" i="0" u="none" strike="noStrike" kern="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kumimoji="0" lang="en-US" sz="1100" b="1" i="0" u="none" strike="noStrike" kern="1200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+mn-cs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kumimoji="0" lang="en-US" sz="1100" b="1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+mn-cs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kumimoji="0" lang="en-US" sz="1100" b="1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+mn-cs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kumimoji="0" lang="en-US" sz="1100" b="1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+mn-cs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/>
              <a:t>Lorem Ipsum</a:t>
            </a:r>
          </a:p>
        </p:txBody>
      </p:sp>
      <p:sp>
        <p:nvSpPr>
          <p:cNvPr id="27" name="Text Placeholder 86">
            <a:extLst>
              <a:ext uri="{FF2B5EF4-FFF2-40B4-BE49-F238E27FC236}">
                <a16:creationId xmlns:a16="http://schemas.microsoft.com/office/drawing/2014/main" id="{C9FF0FA1-EAB2-6419-6C85-FD5323AE5FD7}"/>
              </a:ext>
            </a:extLst>
          </p:cNvPr>
          <p:cNvSpPr txBox="1">
            <a:spLocks/>
          </p:cNvSpPr>
          <p:nvPr/>
        </p:nvSpPr>
        <p:spPr>
          <a:xfrm>
            <a:off x="662179" y="4856036"/>
            <a:ext cx="2957513" cy="270112"/>
          </a:xfrm>
          <a:prstGeom prst="rect">
            <a:avLst/>
          </a:prstGeom>
        </p:spPr>
        <p:txBody>
          <a:bodyPr/>
          <a:lstStyle>
            <a:lvl1pPr marL="0" indent="0" algn="ctr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kumimoji="0" lang="en-US" sz="1200" b="1" i="0" u="none" strike="noStrike" kern="0" cap="none" spc="0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>
                <a:solidFill>
                  <a:schemeClr val="accent1"/>
                </a:solidFill>
              </a:rPr>
              <a:t>Title challenge 2</a:t>
            </a:r>
          </a:p>
        </p:txBody>
      </p:sp>
      <p:sp>
        <p:nvSpPr>
          <p:cNvPr id="28" name="SmartArt Placeholder 95">
            <a:extLst>
              <a:ext uri="{FF2B5EF4-FFF2-40B4-BE49-F238E27FC236}">
                <a16:creationId xmlns:a16="http://schemas.microsoft.com/office/drawing/2014/main" id="{BB2122B1-4B64-8F3E-846E-E2AD68B6D143}"/>
              </a:ext>
            </a:extLst>
          </p:cNvPr>
          <p:cNvSpPr txBox="1">
            <a:spLocks/>
          </p:cNvSpPr>
          <p:nvPr/>
        </p:nvSpPr>
        <p:spPr>
          <a:xfrm>
            <a:off x="4629150" y="2837395"/>
            <a:ext cx="1123950" cy="858837"/>
          </a:xfrm>
          <a:prstGeom prst="homePlate">
            <a:avLst>
              <a:gd name="adj" fmla="val 19911"/>
            </a:avLst>
          </a:prstGeom>
        </p:spPr>
        <p:txBody>
          <a:bodyPr anchor="ctr"/>
          <a:lstStyle>
            <a:lvl1pPr marL="0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kumimoji="0" lang="en-US" sz="1200" b="1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/>
              <a:t>Lorem Ipsum</a:t>
            </a:r>
          </a:p>
        </p:txBody>
      </p:sp>
      <p:sp>
        <p:nvSpPr>
          <p:cNvPr id="29" name="SmartArt Placeholder 95">
            <a:extLst>
              <a:ext uri="{FF2B5EF4-FFF2-40B4-BE49-F238E27FC236}">
                <a16:creationId xmlns:a16="http://schemas.microsoft.com/office/drawing/2014/main" id="{5877A88E-C41C-41BF-D8E2-F483480DC797}"/>
              </a:ext>
            </a:extLst>
          </p:cNvPr>
          <p:cNvSpPr txBox="1">
            <a:spLocks/>
          </p:cNvSpPr>
          <p:nvPr/>
        </p:nvSpPr>
        <p:spPr>
          <a:xfrm>
            <a:off x="4629150" y="3936769"/>
            <a:ext cx="1123950" cy="858837"/>
          </a:xfrm>
          <a:prstGeom prst="homePlate">
            <a:avLst>
              <a:gd name="adj" fmla="val 19911"/>
            </a:avLst>
          </a:prstGeom>
        </p:spPr>
        <p:txBody>
          <a:bodyPr anchor="ctr"/>
          <a:lstStyle>
            <a:lvl1pPr marL="0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kumimoji="0" lang="en-US" sz="1200" b="1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/>
              <a:t>Lorem Ipsum</a:t>
            </a:r>
          </a:p>
        </p:txBody>
      </p:sp>
      <p:sp>
        <p:nvSpPr>
          <p:cNvPr id="30" name="SmartArt Placeholder 95">
            <a:extLst>
              <a:ext uri="{FF2B5EF4-FFF2-40B4-BE49-F238E27FC236}">
                <a16:creationId xmlns:a16="http://schemas.microsoft.com/office/drawing/2014/main" id="{C4AAF949-2D41-9936-4A98-C1E1DAF6AFE5}"/>
              </a:ext>
            </a:extLst>
          </p:cNvPr>
          <p:cNvSpPr txBox="1">
            <a:spLocks/>
          </p:cNvSpPr>
          <p:nvPr/>
        </p:nvSpPr>
        <p:spPr>
          <a:xfrm>
            <a:off x="4629150" y="5037080"/>
            <a:ext cx="1123950" cy="858837"/>
          </a:xfrm>
          <a:prstGeom prst="homePlate">
            <a:avLst>
              <a:gd name="adj" fmla="val 19911"/>
            </a:avLst>
          </a:prstGeom>
        </p:spPr>
        <p:txBody>
          <a:bodyPr anchor="ctr"/>
          <a:lstStyle>
            <a:lvl1pPr marL="0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kumimoji="0" lang="en-US" sz="1200" b="1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AU"/>
              <a:t>Lorem Ipsum</a:t>
            </a:r>
          </a:p>
        </p:txBody>
      </p:sp>
      <p:sp>
        <p:nvSpPr>
          <p:cNvPr id="31" name="SmartArt Placeholder 95">
            <a:extLst>
              <a:ext uri="{FF2B5EF4-FFF2-40B4-BE49-F238E27FC236}">
                <a16:creationId xmlns:a16="http://schemas.microsoft.com/office/drawing/2014/main" id="{CD9AE360-29AC-3D64-1116-7B923665742D}"/>
              </a:ext>
            </a:extLst>
          </p:cNvPr>
          <p:cNvSpPr txBox="1">
            <a:spLocks/>
          </p:cNvSpPr>
          <p:nvPr/>
        </p:nvSpPr>
        <p:spPr>
          <a:xfrm>
            <a:off x="8297544" y="2836799"/>
            <a:ext cx="1123948" cy="858837"/>
          </a:xfrm>
          <a:prstGeom prst="homePlate">
            <a:avLst>
              <a:gd name="adj" fmla="val 19911"/>
            </a:avLst>
          </a:prstGeom>
        </p:spPr>
        <p:txBody>
          <a:bodyPr anchor="ctr"/>
          <a:lstStyle>
            <a:lvl1pPr marL="0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kumimoji="0" lang="en-US" sz="1200" b="1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AU"/>
              <a:t>Lorem Ipsum</a:t>
            </a:r>
          </a:p>
        </p:txBody>
      </p:sp>
      <p:sp>
        <p:nvSpPr>
          <p:cNvPr id="32" name="SmartArt Placeholder 95">
            <a:extLst>
              <a:ext uri="{FF2B5EF4-FFF2-40B4-BE49-F238E27FC236}">
                <a16:creationId xmlns:a16="http://schemas.microsoft.com/office/drawing/2014/main" id="{4684A8F5-EBFB-DAAD-236B-2CF30A66777A}"/>
              </a:ext>
            </a:extLst>
          </p:cNvPr>
          <p:cNvSpPr txBox="1">
            <a:spLocks/>
          </p:cNvSpPr>
          <p:nvPr/>
        </p:nvSpPr>
        <p:spPr>
          <a:xfrm>
            <a:off x="8297544" y="3936769"/>
            <a:ext cx="1123948" cy="858837"/>
          </a:xfrm>
          <a:prstGeom prst="homePlate">
            <a:avLst>
              <a:gd name="adj" fmla="val 19911"/>
            </a:avLst>
          </a:prstGeom>
        </p:spPr>
        <p:txBody>
          <a:bodyPr anchor="ctr"/>
          <a:lstStyle>
            <a:lvl1pPr marL="0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kumimoji="0" lang="en-US" sz="1200" b="1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AU"/>
              <a:t>Lorem Ipsum</a:t>
            </a:r>
          </a:p>
        </p:txBody>
      </p:sp>
      <p:sp>
        <p:nvSpPr>
          <p:cNvPr id="33" name="SmartArt Placeholder 95">
            <a:extLst>
              <a:ext uri="{FF2B5EF4-FFF2-40B4-BE49-F238E27FC236}">
                <a16:creationId xmlns:a16="http://schemas.microsoft.com/office/drawing/2014/main" id="{95BE6283-D956-5085-0252-08C3277D960B}"/>
              </a:ext>
            </a:extLst>
          </p:cNvPr>
          <p:cNvSpPr txBox="1">
            <a:spLocks/>
          </p:cNvSpPr>
          <p:nvPr/>
        </p:nvSpPr>
        <p:spPr>
          <a:xfrm>
            <a:off x="8297544" y="5037080"/>
            <a:ext cx="1123948" cy="858837"/>
          </a:xfrm>
          <a:prstGeom prst="homePlate">
            <a:avLst>
              <a:gd name="adj" fmla="val 19911"/>
            </a:avLst>
          </a:prstGeom>
        </p:spPr>
        <p:txBody>
          <a:bodyPr anchor="ctr"/>
          <a:lstStyle>
            <a:lvl1pPr marL="0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kumimoji="0" lang="en-US" sz="1200" b="1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AU"/>
              <a:t>Lorem Ipsum</a:t>
            </a:r>
          </a:p>
        </p:txBody>
      </p:sp>
      <p:sp>
        <p:nvSpPr>
          <p:cNvPr id="34" name="Text Placeholder 103">
            <a:extLst>
              <a:ext uri="{FF2B5EF4-FFF2-40B4-BE49-F238E27FC236}">
                <a16:creationId xmlns:a16="http://schemas.microsoft.com/office/drawing/2014/main" id="{91FD5FF2-AAC7-9822-EA83-9D189625A936}"/>
              </a:ext>
            </a:extLst>
          </p:cNvPr>
          <p:cNvSpPr txBox="1">
            <a:spLocks/>
          </p:cNvSpPr>
          <p:nvPr/>
        </p:nvSpPr>
        <p:spPr>
          <a:xfrm>
            <a:off x="5857876" y="2837395"/>
            <a:ext cx="2303463" cy="858837"/>
          </a:xfrm>
          <a:prstGeom prst="rect">
            <a:avLst/>
          </a:prstGeom>
        </p:spPr>
        <p:txBody>
          <a:bodyPr anchor="ctr"/>
          <a:lstStyle>
            <a:lvl1pPr marL="268288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kumimoji="0" lang="en-US" sz="1200" b="0" i="0" u="none" strike="noStrike" kern="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/>
              <a:t>Lorem Ipsum</a:t>
            </a:r>
          </a:p>
        </p:txBody>
      </p:sp>
      <p:sp>
        <p:nvSpPr>
          <p:cNvPr id="35" name="Text Placeholder 103">
            <a:extLst>
              <a:ext uri="{FF2B5EF4-FFF2-40B4-BE49-F238E27FC236}">
                <a16:creationId xmlns:a16="http://schemas.microsoft.com/office/drawing/2014/main" id="{246E6CE9-34A3-5542-BD9A-D8CDBF02F0CC}"/>
              </a:ext>
            </a:extLst>
          </p:cNvPr>
          <p:cNvSpPr txBox="1">
            <a:spLocks/>
          </p:cNvSpPr>
          <p:nvPr/>
        </p:nvSpPr>
        <p:spPr>
          <a:xfrm>
            <a:off x="5857874" y="3936769"/>
            <a:ext cx="2303463" cy="858837"/>
          </a:xfrm>
          <a:prstGeom prst="rect">
            <a:avLst/>
          </a:prstGeom>
        </p:spPr>
        <p:txBody>
          <a:bodyPr anchor="ctr"/>
          <a:lstStyle>
            <a:lvl1pPr marL="268288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kumimoji="0" lang="en-US" sz="1200" b="0" i="0" u="none" strike="noStrike" kern="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/>
              <a:t>Lorem Ipsum</a:t>
            </a:r>
          </a:p>
        </p:txBody>
      </p:sp>
      <p:sp>
        <p:nvSpPr>
          <p:cNvPr id="36" name="Text Placeholder 103">
            <a:extLst>
              <a:ext uri="{FF2B5EF4-FFF2-40B4-BE49-F238E27FC236}">
                <a16:creationId xmlns:a16="http://schemas.microsoft.com/office/drawing/2014/main" id="{B31343BA-6A31-229C-3F04-2D6F90A6317E}"/>
              </a:ext>
            </a:extLst>
          </p:cNvPr>
          <p:cNvSpPr txBox="1">
            <a:spLocks/>
          </p:cNvSpPr>
          <p:nvPr/>
        </p:nvSpPr>
        <p:spPr>
          <a:xfrm>
            <a:off x="5857874" y="5037080"/>
            <a:ext cx="2303463" cy="858837"/>
          </a:xfrm>
          <a:prstGeom prst="rect">
            <a:avLst/>
          </a:prstGeom>
        </p:spPr>
        <p:txBody>
          <a:bodyPr anchor="ctr"/>
          <a:lstStyle>
            <a:lvl1pPr marL="268288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kumimoji="0" lang="en-US" sz="1200" b="0" i="0" u="none" strike="noStrike" kern="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/>
              <a:t>Lorem Ipsum</a:t>
            </a:r>
          </a:p>
        </p:txBody>
      </p:sp>
      <p:sp>
        <p:nvSpPr>
          <p:cNvPr id="37" name="Text Placeholder 103">
            <a:extLst>
              <a:ext uri="{FF2B5EF4-FFF2-40B4-BE49-F238E27FC236}">
                <a16:creationId xmlns:a16="http://schemas.microsoft.com/office/drawing/2014/main" id="{73B89EB1-5460-1E09-7014-04967C80ABF0}"/>
              </a:ext>
            </a:extLst>
          </p:cNvPr>
          <p:cNvSpPr txBox="1">
            <a:spLocks/>
          </p:cNvSpPr>
          <p:nvPr/>
        </p:nvSpPr>
        <p:spPr>
          <a:xfrm>
            <a:off x="9526318" y="2836799"/>
            <a:ext cx="2303463" cy="858837"/>
          </a:xfrm>
          <a:prstGeom prst="rect">
            <a:avLst/>
          </a:prstGeom>
        </p:spPr>
        <p:txBody>
          <a:bodyPr anchor="ctr"/>
          <a:lstStyle>
            <a:lvl1pPr marL="268288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kumimoji="0" lang="en-US" sz="1200" b="0" i="0" u="none" strike="noStrike" kern="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/>
              <a:t>Lorem Ipsum</a:t>
            </a:r>
          </a:p>
        </p:txBody>
      </p:sp>
      <p:sp>
        <p:nvSpPr>
          <p:cNvPr id="38" name="Text Placeholder 103">
            <a:extLst>
              <a:ext uri="{FF2B5EF4-FFF2-40B4-BE49-F238E27FC236}">
                <a16:creationId xmlns:a16="http://schemas.microsoft.com/office/drawing/2014/main" id="{387C7E32-E205-5882-9F34-ACBD9E427191}"/>
              </a:ext>
            </a:extLst>
          </p:cNvPr>
          <p:cNvSpPr txBox="1">
            <a:spLocks/>
          </p:cNvSpPr>
          <p:nvPr/>
        </p:nvSpPr>
        <p:spPr>
          <a:xfrm>
            <a:off x="9526318" y="3936769"/>
            <a:ext cx="2303463" cy="858837"/>
          </a:xfrm>
          <a:prstGeom prst="rect">
            <a:avLst/>
          </a:prstGeom>
        </p:spPr>
        <p:txBody>
          <a:bodyPr anchor="ctr"/>
          <a:lstStyle>
            <a:lvl1pPr marL="268288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kumimoji="0" lang="en-US" sz="1200" b="0" i="0" u="none" strike="noStrike" kern="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/>
              <a:t>Lorem Ipsum</a:t>
            </a:r>
          </a:p>
        </p:txBody>
      </p:sp>
      <p:sp>
        <p:nvSpPr>
          <p:cNvPr id="39" name="Text Placeholder 103">
            <a:extLst>
              <a:ext uri="{FF2B5EF4-FFF2-40B4-BE49-F238E27FC236}">
                <a16:creationId xmlns:a16="http://schemas.microsoft.com/office/drawing/2014/main" id="{CBA1C177-E67B-8676-8156-548D5F8060F8}"/>
              </a:ext>
            </a:extLst>
          </p:cNvPr>
          <p:cNvSpPr txBox="1">
            <a:spLocks/>
          </p:cNvSpPr>
          <p:nvPr/>
        </p:nvSpPr>
        <p:spPr>
          <a:xfrm>
            <a:off x="9526318" y="5037080"/>
            <a:ext cx="2303463" cy="858837"/>
          </a:xfrm>
          <a:prstGeom prst="rect">
            <a:avLst/>
          </a:prstGeom>
        </p:spPr>
        <p:txBody>
          <a:bodyPr anchor="ctr"/>
          <a:lstStyle>
            <a:lvl1pPr marL="268288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kumimoji="0" lang="en-US" sz="1200" b="0" i="0" u="none" strike="noStrike" kern="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/>
              <a:t>Lorem Ipsum</a:t>
            </a:r>
          </a:p>
        </p:txBody>
      </p:sp>
      <p:sp>
        <p:nvSpPr>
          <p:cNvPr id="40" name="Text Placeholder 128">
            <a:extLst>
              <a:ext uri="{FF2B5EF4-FFF2-40B4-BE49-F238E27FC236}">
                <a16:creationId xmlns:a16="http://schemas.microsoft.com/office/drawing/2014/main" id="{1160F7B3-F48F-3AFF-DE20-EE1C50F68191}"/>
              </a:ext>
            </a:extLst>
          </p:cNvPr>
          <p:cNvSpPr txBox="1">
            <a:spLocks/>
          </p:cNvSpPr>
          <p:nvPr/>
        </p:nvSpPr>
        <p:spPr>
          <a:xfrm>
            <a:off x="4629150" y="2206625"/>
            <a:ext cx="3532188" cy="388939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kumimoji="0" lang="en-US" sz="1200" b="1" i="0" u="none" strike="noStrike" kern="0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/>
              <a:t>Title solutions group 1</a:t>
            </a:r>
          </a:p>
        </p:txBody>
      </p:sp>
      <p:sp>
        <p:nvSpPr>
          <p:cNvPr id="41" name="Text Placeholder 128">
            <a:extLst>
              <a:ext uri="{FF2B5EF4-FFF2-40B4-BE49-F238E27FC236}">
                <a16:creationId xmlns:a16="http://schemas.microsoft.com/office/drawing/2014/main" id="{01DE9BFF-5BD1-064D-2A32-BE9193784A88}"/>
              </a:ext>
            </a:extLst>
          </p:cNvPr>
          <p:cNvSpPr txBox="1">
            <a:spLocks/>
          </p:cNvSpPr>
          <p:nvPr/>
        </p:nvSpPr>
        <p:spPr>
          <a:xfrm>
            <a:off x="8297591" y="2206625"/>
            <a:ext cx="3532188" cy="388939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kumimoji="0" lang="en-US" sz="1200" b="1" i="0" u="none" strike="noStrike" kern="0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/>
              <a:t>Title solutions group 2</a:t>
            </a:r>
          </a:p>
        </p:txBody>
      </p:sp>
      <p:pic>
        <p:nvPicPr>
          <p:cNvPr id="42" name="Graphic 41" descr="Fast Forward with solid fill">
            <a:extLst>
              <a:ext uri="{FF2B5EF4-FFF2-40B4-BE49-F238E27FC236}">
                <a16:creationId xmlns:a16="http://schemas.microsoft.com/office/drawing/2014/main" id="{7B3230F4-949C-AD9B-E7D0-2261A881C0C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67360" y="4145444"/>
            <a:ext cx="547819" cy="547819"/>
          </a:xfrm>
          <a:prstGeom prst="rect">
            <a:avLst/>
          </a:prstGeom>
        </p:spPr>
      </p:pic>
      <p:pic>
        <p:nvPicPr>
          <p:cNvPr id="43" name="Graphic 42">
            <a:extLst>
              <a:ext uri="{FF2B5EF4-FFF2-40B4-BE49-F238E27FC236}">
                <a16:creationId xmlns:a16="http://schemas.microsoft.com/office/drawing/2014/main" id="{D2F92204-E543-BE67-9DF4-8510EF2CFE3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353473" y="4212837"/>
            <a:ext cx="306146" cy="306146"/>
          </a:xfrm>
          <a:prstGeom prst="rect">
            <a:avLst/>
          </a:prstGeom>
        </p:spPr>
      </p:pic>
      <p:pic>
        <p:nvPicPr>
          <p:cNvPr id="44" name="Graphic 43">
            <a:extLst>
              <a:ext uri="{FF2B5EF4-FFF2-40B4-BE49-F238E27FC236}">
                <a16:creationId xmlns:a16="http://schemas.microsoft.com/office/drawing/2014/main" id="{142660CB-03EB-EFC5-BC31-D9DD7990C78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353473" y="3113426"/>
            <a:ext cx="306146" cy="306146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F43956D6-D69D-BADD-FA7B-E3E78DDEE6B0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353473" y="5313148"/>
            <a:ext cx="306146" cy="306146"/>
          </a:xfrm>
          <a:prstGeom prst="rect">
            <a:avLst/>
          </a:prstGeom>
        </p:spPr>
      </p:pic>
      <p:pic>
        <p:nvPicPr>
          <p:cNvPr id="46" name="Graphic 45">
            <a:extLst>
              <a:ext uri="{FF2B5EF4-FFF2-40B4-BE49-F238E27FC236}">
                <a16:creationId xmlns:a16="http://schemas.microsoft.com/office/drawing/2014/main" id="{A557BFB7-4BF1-CA1F-7558-50A410594030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85080" y="5313148"/>
            <a:ext cx="306146" cy="306146"/>
          </a:xfrm>
          <a:prstGeom prst="rect">
            <a:avLst/>
          </a:prstGeom>
        </p:spPr>
      </p:pic>
      <p:pic>
        <p:nvPicPr>
          <p:cNvPr id="47" name="Graphic 46">
            <a:extLst>
              <a:ext uri="{FF2B5EF4-FFF2-40B4-BE49-F238E27FC236}">
                <a16:creationId xmlns:a16="http://schemas.microsoft.com/office/drawing/2014/main" id="{C9D73A82-78FD-C2B7-4844-30320B33D93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85080" y="4196016"/>
            <a:ext cx="306146" cy="306146"/>
          </a:xfrm>
          <a:prstGeom prst="rect">
            <a:avLst/>
          </a:prstGeom>
        </p:spPr>
      </p:pic>
      <p:pic>
        <p:nvPicPr>
          <p:cNvPr id="48" name="Graphic 47">
            <a:extLst>
              <a:ext uri="{FF2B5EF4-FFF2-40B4-BE49-F238E27FC236}">
                <a16:creationId xmlns:a16="http://schemas.microsoft.com/office/drawing/2014/main" id="{28CA00D6-BDAD-2E51-3A68-1561F087CC14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85080" y="3113426"/>
            <a:ext cx="306146" cy="306146"/>
          </a:xfrm>
          <a:prstGeom prst="rect">
            <a:avLst/>
          </a:prstGeom>
        </p:spPr>
      </p:pic>
      <p:sp>
        <p:nvSpPr>
          <p:cNvPr id="49" name="Text Placeholder 89">
            <a:extLst>
              <a:ext uri="{FF2B5EF4-FFF2-40B4-BE49-F238E27FC236}">
                <a16:creationId xmlns:a16="http://schemas.microsoft.com/office/drawing/2014/main" id="{598A7402-83B7-3B41-0AF8-A27CAC0BE133}"/>
              </a:ext>
            </a:extLst>
          </p:cNvPr>
          <p:cNvSpPr txBox="1">
            <a:spLocks/>
          </p:cNvSpPr>
          <p:nvPr/>
        </p:nvSpPr>
        <p:spPr>
          <a:xfrm>
            <a:off x="364111" y="1575414"/>
            <a:ext cx="3733801" cy="288000"/>
          </a:xfrm>
          <a:prstGeom prst="rect">
            <a:avLst/>
          </a:prstGeom>
        </p:spPr>
        <p:txBody>
          <a:bodyPr/>
          <a:lstStyle>
            <a:lvl1pPr marL="0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kumimoji="0" lang="en-US" sz="1400" b="1" i="0" u="none" strike="noStrike" kern="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1401"/>
              <a:t>Title: challenges/key issues</a:t>
            </a:r>
          </a:p>
        </p:txBody>
      </p:sp>
      <p:sp>
        <p:nvSpPr>
          <p:cNvPr id="50" name="Text Placeholder 89">
            <a:extLst>
              <a:ext uri="{FF2B5EF4-FFF2-40B4-BE49-F238E27FC236}">
                <a16:creationId xmlns:a16="http://schemas.microsoft.com/office/drawing/2014/main" id="{2D57E28B-BE63-E662-FFCC-D3C66893A8FA}"/>
              </a:ext>
            </a:extLst>
          </p:cNvPr>
          <p:cNvSpPr txBox="1">
            <a:spLocks/>
          </p:cNvSpPr>
          <p:nvPr/>
        </p:nvSpPr>
        <p:spPr>
          <a:xfrm>
            <a:off x="4563741" y="1575414"/>
            <a:ext cx="7200631" cy="288000"/>
          </a:xfrm>
          <a:prstGeom prst="rect">
            <a:avLst/>
          </a:prstGeom>
        </p:spPr>
        <p:txBody>
          <a:bodyPr/>
          <a:lstStyle>
            <a:lvl1pPr marL="0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kumimoji="0" lang="en-US" sz="1400" b="1" i="0" u="none" strike="noStrike" kern="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1401"/>
              <a:t>Title: solutions/actions/outcomes</a:t>
            </a:r>
          </a:p>
        </p:txBody>
      </p:sp>
    </p:spTree>
    <p:extLst>
      <p:ext uri="{BB962C8B-B14F-4D97-AF65-F5344CB8AC3E}">
        <p14:creationId xmlns:p14="http://schemas.microsoft.com/office/powerpoint/2010/main" val="30543243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4D801E92-3EF6-D82E-EB27-FCFC8F8CDF6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99408691"/>
              </p:ext>
            </p:extLst>
          </p:nvPr>
        </p:nvGraphicFramePr>
        <p:xfrm>
          <a:off x="1588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4D801E92-3EF6-D82E-EB27-FCFC8F8CDF6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58B05A5-B63B-3299-72C5-3694ACBB5D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111" name="Footer Placeholder 4">
            <a:extLst>
              <a:ext uri="{FF2B5EF4-FFF2-40B4-BE49-F238E27FC236}">
                <a16:creationId xmlns:a16="http://schemas.microsoft.com/office/drawing/2014/main" id="{03CB1107-8895-9E02-6B0A-D1D2D2A96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626654D0-40AB-47FE-4593-FF6347937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1" name="Text Placeholder 130">
            <a:extLst>
              <a:ext uri="{FF2B5EF4-FFF2-40B4-BE49-F238E27FC236}">
                <a16:creationId xmlns:a16="http://schemas.microsoft.com/office/drawing/2014/main" id="{77D5772E-9604-DCE6-C4C8-3C97E479070B}"/>
              </a:ext>
            </a:extLst>
          </p:cNvPr>
          <p:cNvSpPr txBox="1">
            <a:spLocks/>
          </p:cNvSpPr>
          <p:nvPr/>
        </p:nvSpPr>
        <p:spPr>
          <a:xfrm>
            <a:off x="7315201" y="2355558"/>
            <a:ext cx="4514850" cy="9366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352425" indent="-17145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lang="pt-BR" sz="1100" b="0" i="0" kern="1200" dirty="0" smtClean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lang="en-US" sz="1100" b="0" i="0" kern="1200" dirty="0" smtClean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lang="en-US" sz="1100" b="0" i="0" kern="1200" dirty="0" smtClean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lang="en-US" sz="1100" b="0" i="0" kern="1200" dirty="0" smtClean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lang="en-US" sz="1100" b="0" i="0" kern="1200" dirty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/>
              <a:t>Lorem Ipsum</a:t>
            </a: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9B388801-80D9-3009-2AFB-39D220C51EC5}"/>
              </a:ext>
            </a:extLst>
          </p:cNvPr>
          <p:cNvCxnSpPr>
            <a:cxnSpLocks/>
          </p:cNvCxnSpPr>
          <p:nvPr/>
        </p:nvCxnSpPr>
        <p:spPr>
          <a:xfrm>
            <a:off x="416579" y="1887793"/>
            <a:ext cx="4319947" cy="0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/>
        </p:spPr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DC2CAC73-EF2C-C65C-56A1-B2AA231532CE}"/>
              </a:ext>
            </a:extLst>
          </p:cNvPr>
          <p:cNvCxnSpPr>
            <a:cxnSpLocks/>
          </p:cNvCxnSpPr>
          <p:nvPr/>
        </p:nvCxnSpPr>
        <p:spPr>
          <a:xfrm>
            <a:off x="5224557" y="1887793"/>
            <a:ext cx="6605225" cy="0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/>
        </p:spPr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D35AE554-B6CD-EB12-05DD-6F68CCF45BBB}"/>
              </a:ext>
            </a:extLst>
          </p:cNvPr>
          <p:cNvCxnSpPr>
            <a:cxnSpLocks/>
          </p:cNvCxnSpPr>
          <p:nvPr/>
        </p:nvCxnSpPr>
        <p:spPr>
          <a:xfrm>
            <a:off x="4946142" y="2355558"/>
            <a:ext cx="0" cy="3563691"/>
          </a:xfrm>
          <a:prstGeom prst="line">
            <a:avLst/>
          </a:prstGeom>
          <a:noFill/>
          <a:ln w="9525" cap="flat" cmpd="sng" algn="ctr">
            <a:solidFill>
              <a:srgbClr val="002060"/>
            </a:solidFill>
            <a:prstDash val="solid"/>
            <a:headEnd type="none" w="med" len="med"/>
            <a:tailEnd type="none" w="med" len="med"/>
          </a:ln>
          <a:effectLst/>
        </p:spPr>
      </p:cxnSp>
      <p:sp>
        <p:nvSpPr>
          <p:cNvPr id="85" name="Isosceles Triangle 84">
            <a:extLst>
              <a:ext uri="{FF2B5EF4-FFF2-40B4-BE49-F238E27FC236}">
                <a16:creationId xmlns:a16="http://schemas.microsoft.com/office/drawing/2014/main" id="{E5EB3D7B-404C-9F82-F0E2-BD52D9B74E5D}"/>
              </a:ext>
            </a:extLst>
          </p:cNvPr>
          <p:cNvSpPr/>
          <p:nvPr/>
        </p:nvSpPr>
        <p:spPr>
          <a:xfrm rot="5400000">
            <a:off x="4555044" y="4144834"/>
            <a:ext cx="916053" cy="13386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9050" cap="flat" cmpd="sng" algn="ctr">
            <a:noFill/>
            <a:prstDash val="sysDot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 defTabSz="914411">
              <a:defRPr/>
            </a:pPr>
            <a:endParaRPr lang="en-US" sz="1801" b="1" kern="0">
              <a:solidFill>
                <a:srgbClr val="FFFFFF"/>
              </a:solidFill>
              <a:latin typeface="Graphik" panose="020B0503030202060203" pitchFamily="34" charset="77"/>
            </a:endParaRPr>
          </a:p>
        </p:txBody>
      </p:sp>
      <p:sp>
        <p:nvSpPr>
          <p:cNvPr id="86" name="Arrow: Pentagon 85">
            <a:extLst>
              <a:ext uri="{FF2B5EF4-FFF2-40B4-BE49-F238E27FC236}">
                <a16:creationId xmlns:a16="http://schemas.microsoft.com/office/drawing/2014/main" id="{87ADB64E-AE84-2DC0-C851-58E638AB9BD6}"/>
              </a:ext>
            </a:extLst>
          </p:cNvPr>
          <p:cNvSpPr/>
          <p:nvPr/>
        </p:nvSpPr>
        <p:spPr>
          <a:xfrm>
            <a:off x="5224557" y="2355558"/>
            <a:ext cx="2237902" cy="936000"/>
          </a:xfrm>
          <a:prstGeom prst="homePlate">
            <a:avLst>
              <a:gd name="adj" fmla="val 15810"/>
            </a:avLst>
          </a:prstGeom>
          <a:solidFill>
            <a:schemeClr val="accent1"/>
          </a:solidFill>
          <a:ln w="19050" cap="flat" cmpd="sng" algn="ctr">
            <a:noFill/>
            <a:prstDash val="sysDot"/>
            <a:headEnd type="none" w="med" len="med"/>
            <a:tailEnd type="none" w="med" len="med"/>
          </a:ln>
          <a:effectLst/>
        </p:spPr>
        <p:txBody>
          <a:bodyPr lIns="91440" tIns="91440" rIns="91440" bIns="91440" rtlCol="0" anchor="ctr">
            <a:noAutofit/>
          </a:bodyPr>
          <a:lstStyle/>
          <a:p>
            <a:pPr defTabSz="914411">
              <a:defRPr/>
            </a:pPr>
            <a:endParaRPr lang="en-US" sz="1200" b="1" kern="0">
              <a:solidFill>
                <a:srgbClr val="FFFFFF"/>
              </a:solidFill>
              <a:latin typeface="Proxima Nova Rg"/>
            </a:endParaRPr>
          </a:p>
        </p:txBody>
      </p:sp>
      <p:pic>
        <p:nvPicPr>
          <p:cNvPr id="87" name="Graphic 86" descr="Research with solid fill">
            <a:extLst>
              <a:ext uri="{FF2B5EF4-FFF2-40B4-BE49-F238E27FC236}">
                <a16:creationId xmlns:a16="http://schemas.microsoft.com/office/drawing/2014/main" id="{5994BD94-C4AA-4853-77A7-B28B01C92E5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90162" y="2551916"/>
            <a:ext cx="543285" cy="543285"/>
          </a:xfrm>
          <a:prstGeom prst="rect">
            <a:avLst/>
          </a:prstGeom>
        </p:spPr>
      </p:pic>
      <p:sp>
        <p:nvSpPr>
          <p:cNvPr id="88" name="Rectangle 87">
            <a:extLst>
              <a:ext uri="{FF2B5EF4-FFF2-40B4-BE49-F238E27FC236}">
                <a16:creationId xmlns:a16="http://schemas.microsoft.com/office/drawing/2014/main" id="{11AEB98F-E7D3-7353-2E51-39E74860E768}"/>
              </a:ext>
            </a:extLst>
          </p:cNvPr>
          <p:cNvSpPr/>
          <p:nvPr/>
        </p:nvSpPr>
        <p:spPr>
          <a:xfrm>
            <a:off x="423059" y="2356195"/>
            <a:ext cx="2086802" cy="1512000"/>
          </a:xfrm>
          <a:prstGeom prst="rect">
            <a:avLst/>
          </a:prstGeom>
          <a:solidFill>
            <a:schemeClr val="accent1">
              <a:lumMod val="10000"/>
              <a:lumOff val="90000"/>
            </a:schemeClr>
          </a:solidFill>
          <a:ln w="2857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tlCol="0" anchor="ctr">
            <a:noAutofit/>
          </a:bodyPr>
          <a:lstStyle/>
          <a:p>
            <a:pPr algn="ctr" defTabSz="914411">
              <a:defRPr/>
            </a:pPr>
            <a:endParaRPr lang="en-US" sz="1801" b="1" kern="0">
              <a:solidFill>
                <a:srgbClr val="FFFFFF"/>
              </a:solidFill>
              <a:latin typeface="Graphik" panose="020B0503030202060203" pitchFamily="34" charset="77"/>
            </a:endParaRP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9210AE8B-E848-B4D5-EBAF-B07E6AFFE518}"/>
              </a:ext>
            </a:extLst>
          </p:cNvPr>
          <p:cNvSpPr/>
          <p:nvPr/>
        </p:nvSpPr>
        <p:spPr>
          <a:xfrm>
            <a:off x="431275" y="2166381"/>
            <a:ext cx="327538" cy="327538"/>
          </a:xfrm>
          <a:prstGeom prst="ellipse">
            <a:avLst/>
          </a:prstGeom>
          <a:solidFill>
            <a:srgbClr val="FFFFFF"/>
          </a:solidFill>
          <a:ln w="28575" cap="flat" cmpd="sng" algn="ctr">
            <a:solidFill>
              <a:schemeClr val="accent1">
                <a:lumMod val="10000"/>
                <a:lumOff val="90000"/>
              </a:scheme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 defTabSz="914411">
              <a:defRPr/>
            </a:pPr>
            <a:r>
              <a:rPr lang="en-US" sz="1200" b="1" kern="0">
                <a:solidFill>
                  <a:srgbClr val="000000"/>
                </a:solidFill>
                <a:latin typeface="Graphik" panose="020B0503030202060203" pitchFamily="34" charset="77"/>
              </a:rPr>
              <a:t>1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7F4A06C5-8FB1-955F-56E9-3F900F0F1879}"/>
              </a:ext>
            </a:extLst>
          </p:cNvPr>
          <p:cNvSpPr/>
          <p:nvPr/>
        </p:nvSpPr>
        <p:spPr>
          <a:xfrm>
            <a:off x="2637806" y="2355558"/>
            <a:ext cx="2086802" cy="1512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tlCol="0" anchor="ctr">
            <a:noAutofit/>
          </a:bodyPr>
          <a:lstStyle/>
          <a:p>
            <a:pPr algn="ctr" defTabSz="914411">
              <a:defRPr/>
            </a:pPr>
            <a:endParaRPr lang="en-US" sz="1801" b="1" kern="0">
              <a:solidFill>
                <a:srgbClr val="FFFFFF"/>
              </a:solidFill>
              <a:latin typeface="Graphik" panose="020B0503030202060203" pitchFamily="34" charset="77"/>
            </a:endParaRPr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2EDB1D21-BDC7-A587-9046-F70FB7938053}"/>
              </a:ext>
            </a:extLst>
          </p:cNvPr>
          <p:cNvSpPr/>
          <p:nvPr/>
        </p:nvSpPr>
        <p:spPr>
          <a:xfrm>
            <a:off x="2646549" y="2187135"/>
            <a:ext cx="327538" cy="327538"/>
          </a:xfrm>
          <a:prstGeom prst="ellipse">
            <a:avLst/>
          </a:prstGeom>
          <a:solidFill>
            <a:srgbClr val="FFFFFF"/>
          </a:solidFill>
          <a:ln w="28575" cap="flat" cmpd="sng" algn="ctr">
            <a:solidFill>
              <a:schemeClr val="accent2">
                <a:lumMod val="20000"/>
                <a:lumOff val="80000"/>
              </a:scheme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 defTabSz="914411">
              <a:defRPr/>
            </a:pPr>
            <a:r>
              <a:rPr lang="en-US" sz="1200" b="1" kern="0">
                <a:solidFill>
                  <a:srgbClr val="000000"/>
                </a:solidFill>
                <a:latin typeface="Graphik" panose="020B0503030202060203" pitchFamily="34" charset="77"/>
              </a:rPr>
              <a:t>2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22C8B728-0810-E913-D38C-85CE93A3A0D9}"/>
              </a:ext>
            </a:extLst>
          </p:cNvPr>
          <p:cNvSpPr/>
          <p:nvPr/>
        </p:nvSpPr>
        <p:spPr>
          <a:xfrm>
            <a:off x="419884" y="4407249"/>
            <a:ext cx="2086802" cy="1512000"/>
          </a:xfrm>
          <a:prstGeom prst="rect">
            <a:avLst/>
          </a:prstGeom>
          <a:solidFill>
            <a:schemeClr val="accent1">
              <a:lumMod val="25000"/>
              <a:lumOff val="75000"/>
            </a:schemeClr>
          </a:solidFill>
          <a:ln w="2857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tlCol="0" anchor="ctr">
            <a:noAutofit/>
          </a:bodyPr>
          <a:lstStyle/>
          <a:p>
            <a:pPr algn="ctr" defTabSz="914411">
              <a:defRPr/>
            </a:pPr>
            <a:endParaRPr lang="en-US" sz="1801" b="1" kern="0">
              <a:solidFill>
                <a:srgbClr val="FFFFFF"/>
              </a:solidFill>
              <a:latin typeface="Graphik" panose="020B0503030202060203" pitchFamily="34" charset="77"/>
            </a:endParaRPr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A1E5617B-76F4-F044-FF44-F9E2D0187AE8}"/>
              </a:ext>
            </a:extLst>
          </p:cNvPr>
          <p:cNvSpPr/>
          <p:nvPr/>
        </p:nvSpPr>
        <p:spPr>
          <a:xfrm>
            <a:off x="443973" y="4227819"/>
            <a:ext cx="327538" cy="327538"/>
          </a:xfrm>
          <a:prstGeom prst="ellipse">
            <a:avLst/>
          </a:prstGeom>
          <a:solidFill>
            <a:srgbClr val="FFFFFF"/>
          </a:solidFill>
          <a:ln w="28575" cap="flat" cmpd="sng" algn="ctr">
            <a:solidFill>
              <a:schemeClr val="accent1">
                <a:lumMod val="25000"/>
                <a:lumOff val="75000"/>
              </a:scheme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 defTabSz="914411">
              <a:defRPr/>
            </a:pPr>
            <a:r>
              <a:rPr lang="en-US" sz="1200" b="1" kern="0">
                <a:solidFill>
                  <a:srgbClr val="000000"/>
                </a:solidFill>
                <a:latin typeface="Graphik" panose="020B0503030202060203" pitchFamily="34" charset="77"/>
              </a:rPr>
              <a:t>3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D0D0C85B-2DBD-6E1E-3664-34A680BD69D2}"/>
              </a:ext>
            </a:extLst>
          </p:cNvPr>
          <p:cNvSpPr/>
          <p:nvPr/>
        </p:nvSpPr>
        <p:spPr>
          <a:xfrm>
            <a:off x="2649724" y="4407249"/>
            <a:ext cx="2086802" cy="1512000"/>
          </a:xfrm>
          <a:prstGeom prst="rect">
            <a:avLst/>
          </a:prstGeom>
          <a:solidFill>
            <a:schemeClr val="accent1">
              <a:lumMod val="75000"/>
              <a:lumOff val="25000"/>
            </a:schemeClr>
          </a:solidFill>
          <a:ln w="28575" cap="flat" cmpd="sng" algn="ctr">
            <a:solidFill>
              <a:srgbClr val="33A7AB"/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ctr">
            <a:noAutofit/>
          </a:bodyPr>
          <a:lstStyle/>
          <a:p>
            <a:pPr algn="ctr" defTabSz="914411">
              <a:defRPr/>
            </a:pPr>
            <a:endParaRPr lang="en-US" sz="1801" b="1" kern="0">
              <a:solidFill>
                <a:srgbClr val="FFFFFF"/>
              </a:solidFill>
              <a:latin typeface="Graphik" panose="020B0503030202060203" pitchFamily="34" charset="77"/>
            </a:endParaRPr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7C53B53B-F5C5-8C8C-FFD4-26C0DAF9ECB9}"/>
              </a:ext>
            </a:extLst>
          </p:cNvPr>
          <p:cNvSpPr/>
          <p:nvPr/>
        </p:nvSpPr>
        <p:spPr>
          <a:xfrm>
            <a:off x="2660300" y="4227819"/>
            <a:ext cx="327538" cy="327538"/>
          </a:xfrm>
          <a:prstGeom prst="ellipse">
            <a:avLst/>
          </a:prstGeom>
          <a:solidFill>
            <a:srgbClr val="FFFFFF"/>
          </a:solidFill>
          <a:ln w="28575" cap="flat" cmpd="sng" algn="ctr">
            <a:solidFill>
              <a:schemeClr val="accent1">
                <a:lumMod val="75000"/>
                <a:lumOff val="25000"/>
              </a:scheme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 defTabSz="914411">
              <a:defRPr/>
            </a:pPr>
            <a:r>
              <a:rPr lang="en-US" sz="1200" b="1" kern="0">
                <a:solidFill>
                  <a:srgbClr val="000000"/>
                </a:solidFill>
                <a:latin typeface="Graphik" panose="020B0503030202060203" pitchFamily="34" charset="77"/>
              </a:rPr>
              <a:t>4</a:t>
            </a:r>
          </a:p>
        </p:txBody>
      </p:sp>
      <p:sp>
        <p:nvSpPr>
          <p:cNvPr id="96" name="Text Placeholder 125">
            <a:extLst>
              <a:ext uri="{FF2B5EF4-FFF2-40B4-BE49-F238E27FC236}">
                <a16:creationId xmlns:a16="http://schemas.microsoft.com/office/drawing/2014/main" id="{751083C3-F713-78EF-E6FF-A7EB6D8FF6D2}"/>
              </a:ext>
            </a:extLst>
          </p:cNvPr>
          <p:cNvSpPr txBox="1">
            <a:spLocks/>
          </p:cNvSpPr>
          <p:nvPr/>
        </p:nvSpPr>
        <p:spPr>
          <a:xfrm>
            <a:off x="5899053" y="2683858"/>
            <a:ext cx="1416148" cy="279401"/>
          </a:xfrm>
          <a:prstGeom prst="rect">
            <a:avLst/>
          </a:prstGeom>
          <a:noFill/>
        </p:spPr>
        <p:txBody>
          <a:bodyPr anchor="ctr"/>
          <a:lstStyle>
            <a:lvl1pPr marL="0" indent="0" algn="ctr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kumimoji="0" lang="en-US" sz="1100" b="1" i="0" u="none" strike="noStrike" kern="1400" cap="none" spc="-5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Yu Gothic Light" panose="020B0300000000000000" pitchFamily="34" charset="-128"/>
                <a:cs typeface="Times New Roman" panose="02020603050405020304" pitchFamily="18" charset="0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kumimoji="0" lang="en-US" sz="1100" b="1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+mn-cs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kumimoji="0" lang="en-US" sz="1100" b="1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+mn-cs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kumimoji="0" lang="en-US" sz="1100" b="1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+mn-cs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kumimoji="0" lang="en-US" sz="1100" b="1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+mn-cs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AU"/>
              <a:t>Title 1</a:t>
            </a:r>
          </a:p>
        </p:txBody>
      </p:sp>
      <p:sp>
        <p:nvSpPr>
          <p:cNvPr id="97" name="Text Placeholder 130">
            <a:extLst>
              <a:ext uri="{FF2B5EF4-FFF2-40B4-BE49-F238E27FC236}">
                <a16:creationId xmlns:a16="http://schemas.microsoft.com/office/drawing/2014/main" id="{5070DF0D-C1C4-498B-A57D-D772F3EEBD75}"/>
              </a:ext>
            </a:extLst>
          </p:cNvPr>
          <p:cNvSpPr txBox="1">
            <a:spLocks/>
          </p:cNvSpPr>
          <p:nvPr/>
        </p:nvSpPr>
        <p:spPr>
          <a:xfrm>
            <a:off x="7315201" y="3674410"/>
            <a:ext cx="4514850" cy="9366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352425" indent="-17145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lang="en-US" sz="1100" b="0" i="0" kern="1200" dirty="0" smtClean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lang="en-US" sz="1100" b="0" i="0" kern="1200" dirty="0" smtClean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lang="en-US" sz="1100" b="0" i="0" kern="1200" dirty="0" smtClean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lang="en-US" sz="1100" b="0" i="0" kern="1200" dirty="0" smtClean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lang="en-US" sz="1100" b="0" i="0" kern="1200" dirty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/>
              <a:t>Lorem Ipsum</a:t>
            </a:r>
          </a:p>
        </p:txBody>
      </p:sp>
      <p:sp>
        <p:nvSpPr>
          <p:cNvPr id="98" name="Arrow: Pentagon 97">
            <a:extLst>
              <a:ext uri="{FF2B5EF4-FFF2-40B4-BE49-F238E27FC236}">
                <a16:creationId xmlns:a16="http://schemas.microsoft.com/office/drawing/2014/main" id="{0DDB7CF2-C7E6-5628-F0EB-F53A875B2916}"/>
              </a:ext>
            </a:extLst>
          </p:cNvPr>
          <p:cNvSpPr/>
          <p:nvPr/>
        </p:nvSpPr>
        <p:spPr>
          <a:xfrm>
            <a:off x="5224557" y="3674410"/>
            <a:ext cx="2237902" cy="936000"/>
          </a:xfrm>
          <a:prstGeom prst="homePlate">
            <a:avLst>
              <a:gd name="adj" fmla="val 15810"/>
            </a:avLst>
          </a:prstGeom>
          <a:solidFill>
            <a:schemeClr val="accent1"/>
          </a:solidFill>
          <a:ln w="19050" cap="flat" cmpd="sng" algn="ctr">
            <a:noFill/>
            <a:prstDash val="sysDot"/>
            <a:headEnd type="none" w="med" len="med"/>
            <a:tailEnd type="none" w="med" len="med"/>
          </a:ln>
          <a:effectLst/>
        </p:spPr>
        <p:txBody>
          <a:bodyPr lIns="91440" tIns="91440" rIns="91440" bIns="91440" rtlCol="0" anchor="ctr">
            <a:noAutofit/>
          </a:bodyPr>
          <a:lstStyle/>
          <a:p>
            <a:pPr defTabSz="914411">
              <a:defRPr/>
            </a:pPr>
            <a:endParaRPr lang="en-US" sz="1200" b="1" kern="0">
              <a:solidFill>
                <a:srgbClr val="FFFFFF"/>
              </a:solidFill>
              <a:latin typeface="Proxima Nova Rg"/>
            </a:endParaRPr>
          </a:p>
        </p:txBody>
      </p:sp>
      <p:pic>
        <p:nvPicPr>
          <p:cNvPr id="99" name="Graphic 98" descr="Research with solid fill">
            <a:extLst>
              <a:ext uri="{FF2B5EF4-FFF2-40B4-BE49-F238E27FC236}">
                <a16:creationId xmlns:a16="http://schemas.microsoft.com/office/drawing/2014/main" id="{FC52322A-D6B8-8174-AE2F-6D80D6F80E5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90162" y="3870767"/>
            <a:ext cx="543285" cy="543285"/>
          </a:xfrm>
          <a:prstGeom prst="rect">
            <a:avLst/>
          </a:prstGeom>
        </p:spPr>
      </p:pic>
      <p:sp>
        <p:nvSpPr>
          <p:cNvPr id="100" name="Text Placeholder 125">
            <a:extLst>
              <a:ext uri="{FF2B5EF4-FFF2-40B4-BE49-F238E27FC236}">
                <a16:creationId xmlns:a16="http://schemas.microsoft.com/office/drawing/2014/main" id="{04A46B5E-0FA8-7C0D-9D43-C0856E266D70}"/>
              </a:ext>
            </a:extLst>
          </p:cNvPr>
          <p:cNvSpPr txBox="1">
            <a:spLocks/>
          </p:cNvSpPr>
          <p:nvPr/>
        </p:nvSpPr>
        <p:spPr>
          <a:xfrm>
            <a:off x="5899053" y="4002709"/>
            <a:ext cx="1416148" cy="279401"/>
          </a:xfrm>
          <a:prstGeom prst="rect">
            <a:avLst/>
          </a:prstGeom>
        </p:spPr>
        <p:txBody>
          <a:bodyPr anchor="ctr"/>
          <a:lstStyle>
            <a:lvl1pPr marL="0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lang="en-US" sz="1100" b="1" i="0" kern="1400" spc="-50" dirty="0" smtClean="0">
                <a:solidFill>
                  <a:srgbClr val="FFFFFF"/>
                </a:solidFill>
                <a:latin typeface="+mn-lt"/>
                <a:ea typeface="Yu Gothic Light" panose="020B0300000000000000" pitchFamily="34" charset="-128"/>
                <a:cs typeface="Times New Roman" panose="02020603050405020304" pitchFamily="18" charset="0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/>
              <a:t>Title 2</a:t>
            </a:r>
          </a:p>
        </p:txBody>
      </p:sp>
      <p:sp>
        <p:nvSpPr>
          <p:cNvPr id="101" name="Text Placeholder 130">
            <a:extLst>
              <a:ext uri="{FF2B5EF4-FFF2-40B4-BE49-F238E27FC236}">
                <a16:creationId xmlns:a16="http://schemas.microsoft.com/office/drawing/2014/main" id="{2CE7C1E8-7082-5D76-BBB9-761FC80B1FB9}"/>
              </a:ext>
            </a:extLst>
          </p:cNvPr>
          <p:cNvSpPr txBox="1">
            <a:spLocks/>
          </p:cNvSpPr>
          <p:nvPr/>
        </p:nvSpPr>
        <p:spPr>
          <a:xfrm>
            <a:off x="7315201" y="4980543"/>
            <a:ext cx="4514850" cy="9366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352425" indent="-17145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lang="en-US" sz="1100" b="0" i="0" kern="1200" dirty="0" smtClean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lang="en-US" sz="1100" b="0" i="0" kern="1200" dirty="0" smtClean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lang="en-US" sz="1100" b="0" i="0" kern="1200" dirty="0" smtClean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lang="en-US" sz="1100" b="0" i="0" kern="1200" dirty="0" smtClean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lang="en-US" sz="1100" b="0" i="0" kern="1200" dirty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/>
              <a:t>Lorem Ipsum</a:t>
            </a:r>
          </a:p>
        </p:txBody>
      </p:sp>
      <p:sp>
        <p:nvSpPr>
          <p:cNvPr id="102" name="Arrow: Pentagon 101">
            <a:extLst>
              <a:ext uri="{FF2B5EF4-FFF2-40B4-BE49-F238E27FC236}">
                <a16:creationId xmlns:a16="http://schemas.microsoft.com/office/drawing/2014/main" id="{6485CA55-8059-9ABB-5B27-95585E9D907D}"/>
              </a:ext>
            </a:extLst>
          </p:cNvPr>
          <p:cNvSpPr/>
          <p:nvPr/>
        </p:nvSpPr>
        <p:spPr>
          <a:xfrm>
            <a:off x="5224557" y="4980543"/>
            <a:ext cx="2237902" cy="936000"/>
          </a:xfrm>
          <a:prstGeom prst="homePlate">
            <a:avLst>
              <a:gd name="adj" fmla="val 15810"/>
            </a:avLst>
          </a:prstGeom>
          <a:solidFill>
            <a:schemeClr val="accent1"/>
          </a:solidFill>
          <a:ln w="19050" cap="flat" cmpd="sng" algn="ctr">
            <a:noFill/>
            <a:prstDash val="sysDot"/>
            <a:headEnd type="none" w="med" len="med"/>
            <a:tailEnd type="none" w="med" len="med"/>
          </a:ln>
          <a:effectLst/>
        </p:spPr>
        <p:txBody>
          <a:bodyPr lIns="91440" tIns="91440" rIns="91440" bIns="91440" rtlCol="0" anchor="ctr">
            <a:noAutofit/>
          </a:bodyPr>
          <a:lstStyle/>
          <a:p>
            <a:pPr defTabSz="914411">
              <a:defRPr/>
            </a:pPr>
            <a:endParaRPr lang="en-US" sz="1200" b="1" kern="0">
              <a:solidFill>
                <a:srgbClr val="FFFFFF"/>
              </a:solidFill>
              <a:latin typeface="Proxima Nova Rg"/>
            </a:endParaRPr>
          </a:p>
        </p:txBody>
      </p:sp>
      <p:pic>
        <p:nvPicPr>
          <p:cNvPr id="103" name="Graphic 102" descr="Research with solid fill">
            <a:extLst>
              <a:ext uri="{FF2B5EF4-FFF2-40B4-BE49-F238E27FC236}">
                <a16:creationId xmlns:a16="http://schemas.microsoft.com/office/drawing/2014/main" id="{71AB9C5E-16FA-3AB0-630A-C84257E0B58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90162" y="5176901"/>
            <a:ext cx="543285" cy="543285"/>
          </a:xfrm>
          <a:prstGeom prst="rect">
            <a:avLst/>
          </a:prstGeom>
        </p:spPr>
      </p:pic>
      <p:sp>
        <p:nvSpPr>
          <p:cNvPr id="104" name="Text Placeholder 125">
            <a:extLst>
              <a:ext uri="{FF2B5EF4-FFF2-40B4-BE49-F238E27FC236}">
                <a16:creationId xmlns:a16="http://schemas.microsoft.com/office/drawing/2014/main" id="{286FF359-0F88-C54A-B635-F23E265930FF}"/>
              </a:ext>
            </a:extLst>
          </p:cNvPr>
          <p:cNvSpPr txBox="1">
            <a:spLocks/>
          </p:cNvSpPr>
          <p:nvPr/>
        </p:nvSpPr>
        <p:spPr>
          <a:xfrm>
            <a:off x="5899053" y="5308843"/>
            <a:ext cx="1416148" cy="279401"/>
          </a:xfrm>
          <a:prstGeom prst="rect">
            <a:avLst/>
          </a:prstGeom>
        </p:spPr>
        <p:txBody>
          <a:bodyPr anchor="ctr"/>
          <a:lstStyle>
            <a:lvl1pPr marL="0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lang="en-US" sz="1100" b="1" i="0" kern="1400" spc="-50" dirty="0" smtClean="0">
                <a:solidFill>
                  <a:srgbClr val="FFFFFF"/>
                </a:solidFill>
                <a:latin typeface="+mn-lt"/>
                <a:ea typeface="Yu Gothic Light" panose="020B0300000000000000" pitchFamily="34" charset="-128"/>
                <a:cs typeface="Times New Roman" panose="02020603050405020304" pitchFamily="18" charset="0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/>
              <a:t>Title 3</a:t>
            </a:r>
          </a:p>
        </p:txBody>
      </p:sp>
      <p:sp>
        <p:nvSpPr>
          <p:cNvPr id="105" name="Text Placeholder 89">
            <a:extLst>
              <a:ext uri="{FF2B5EF4-FFF2-40B4-BE49-F238E27FC236}">
                <a16:creationId xmlns:a16="http://schemas.microsoft.com/office/drawing/2014/main" id="{19C33235-1B9E-05E9-7546-AA73B6710B3F}"/>
              </a:ext>
            </a:extLst>
          </p:cNvPr>
          <p:cNvSpPr txBox="1">
            <a:spLocks/>
          </p:cNvSpPr>
          <p:nvPr/>
        </p:nvSpPr>
        <p:spPr>
          <a:xfrm>
            <a:off x="349402" y="1575414"/>
            <a:ext cx="4387124" cy="288000"/>
          </a:xfrm>
          <a:prstGeom prst="rect">
            <a:avLst/>
          </a:prstGeom>
        </p:spPr>
        <p:txBody>
          <a:bodyPr/>
          <a:lstStyle>
            <a:lvl1pPr marL="0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kumimoji="0" lang="en-US" sz="1400" b="1" i="0" u="none" strike="noStrike" kern="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1401"/>
              <a:t>Title: aims</a:t>
            </a:r>
          </a:p>
        </p:txBody>
      </p:sp>
      <p:sp>
        <p:nvSpPr>
          <p:cNvPr id="106" name="Text Placeholder 89">
            <a:extLst>
              <a:ext uri="{FF2B5EF4-FFF2-40B4-BE49-F238E27FC236}">
                <a16:creationId xmlns:a16="http://schemas.microsoft.com/office/drawing/2014/main" id="{5283128D-24BF-A289-C97E-4C5D317FD335}"/>
              </a:ext>
            </a:extLst>
          </p:cNvPr>
          <p:cNvSpPr txBox="1">
            <a:spLocks/>
          </p:cNvSpPr>
          <p:nvPr/>
        </p:nvSpPr>
        <p:spPr>
          <a:xfrm>
            <a:off x="5224555" y="1575414"/>
            <a:ext cx="6539815" cy="288000"/>
          </a:xfrm>
          <a:prstGeom prst="rect">
            <a:avLst/>
          </a:prstGeom>
        </p:spPr>
        <p:txBody>
          <a:bodyPr/>
          <a:lstStyle>
            <a:lvl1pPr marL="0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kumimoji="0" lang="en-US" sz="1400" b="1" i="0" u="none" strike="noStrike" kern="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1401"/>
              <a:t>Title: solutions/actions/recommendations</a:t>
            </a:r>
          </a:p>
        </p:txBody>
      </p:sp>
      <p:sp>
        <p:nvSpPr>
          <p:cNvPr id="107" name="Text Placeholder 158">
            <a:extLst>
              <a:ext uri="{FF2B5EF4-FFF2-40B4-BE49-F238E27FC236}">
                <a16:creationId xmlns:a16="http://schemas.microsoft.com/office/drawing/2014/main" id="{3C3E5EFC-12D9-2532-45D1-4075C1FBC915}"/>
              </a:ext>
            </a:extLst>
          </p:cNvPr>
          <p:cNvSpPr txBox="1">
            <a:spLocks/>
          </p:cNvSpPr>
          <p:nvPr/>
        </p:nvSpPr>
        <p:spPr>
          <a:xfrm>
            <a:off x="512459" y="2684463"/>
            <a:ext cx="1908000" cy="606425"/>
          </a:xfrm>
          <a:prstGeom prst="rect">
            <a:avLst/>
          </a:prstGeom>
        </p:spPr>
        <p:txBody>
          <a:bodyPr/>
          <a:lstStyle>
            <a:lvl1pPr marL="0" indent="0" algn="ctr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lang="en-US" sz="1100" b="0" i="0" kern="1200" dirty="0" smtClean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lang="en-US" sz="1100" b="0" i="0" kern="1200" dirty="0" smtClean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lang="en-US" sz="1100" b="0" i="0" kern="1200" dirty="0" smtClean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lang="en-US" sz="1100" b="0" i="0" kern="1200" dirty="0" smtClean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lang="en-US" sz="1100" b="0" i="0" kern="1200" dirty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pt-BR"/>
              <a:t>Lorem Ipsum Lorem Ipsum</a:t>
            </a:r>
          </a:p>
          <a:p>
            <a:pPr>
              <a:defRPr/>
            </a:pPr>
            <a:r>
              <a:rPr lang="pt-BR"/>
              <a:t>Lorem Ipsum</a:t>
            </a:r>
          </a:p>
        </p:txBody>
      </p:sp>
      <p:sp>
        <p:nvSpPr>
          <p:cNvPr id="108" name="Text Placeholder 158">
            <a:extLst>
              <a:ext uri="{FF2B5EF4-FFF2-40B4-BE49-F238E27FC236}">
                <a16:creationId xmlns:a16="http://schemas.microsoft.com/office/drawing/2014/main" id="{931E67D4-B990-F077-FB97-697D88040085}"/>
              </a:ext>
            </a:extLst>
          </p:cNvPr>
          <p:cNvSpPr txBox="1">
            <a:spLocks/>
          </p:cNvSpPr>
          <p:nvPr/>
        </p:nvSpPr>
        <p:spPr>
          <a:xfrm>
            <a:off x="2727205" y="2684463"/>
            <a:ext cx="1908000" cy="606425"/>
          </a:xfrm>
          <a:prstGeom prst="rect">
            <a:avLst/>
          </a:prstGeom>
        </p:spPr>
        <p:txBody>
          <a:bodyPr/>
          <a:lstStyle>
            <a:lvl1pPr marL="0" indent="0" algn="ctr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lang="en-US" sz="1100" b="0" i="0" kern="1200" dirty="0" smtClean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lang="en-US" sz="1100" b="0" i="0" kern="1200" dirty="0" smtClean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lang="en-US" sz="1100" b="0" i="0" kern="1200" dirty="0" smtClean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lang="en-US" sz="1100" b="0" i="0" kern="1200" dirty="0" smtClean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lang="en-US" sz="1100" b="0" i="0" kern="1200" dirty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pt-BR"/>
              <a:t>Lorem Ipsum Lorem Ipsum</a:t>
            </a:r>
          </a:p>
          <a:p>
            <a:pPr>
              <a:defRPr/>
            </a:pPr>
            <a:r>
              <a:rPr lang="pt-BR"/>
              <a:t>Lorem Ipsum</a:t>
            </a:r>
          </a:p>
        </p:txBody>
      </p:sp>
      <p:sp>
        <p:nvSpPr>
          <p:cNvPr id="109" name="Text Placeholder 158">
            <a:extLst>
              <a:ext uri="{FF2B5EF4-FFF2-40B4-BE49-F238E27FC236}">
                <a16:creationId xmlns:a16="http://schemas.microsoft.com/office/drawing/2014/main" id="{B68F5A54-36AD-5239-539A-0F02CC3219E1}"/>
              </a:ext>
            </a:extLst>
          </p:cNvPr>
          <p:cNvSpPr txBox="1">
            <a:spLocks/>
          </p:cNvSpPr>
          <p:nvPr/>
        </p:nvSpPr>
        <p:spPr>
          <a:xfrm>
            <a:off x="512459" y="4735549"/>
            <a:ext cx="1908000" cy="606425"/>
          </a:xfrm>
          <a:prstGeom prst="rect">
            <a:avLst/>
          </a:prstGeom>
        </p:spPr>
        <p:txBody>
          <a:bodyPr/>
          <a:lstStyle>
            <a:lvl1pPr marL="0" indent="0" algn="ctr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lang="en-US" sz="1100" b="0" i="0" kern="1200" dirty="0" smtClean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lang="en-US" sz="1100" b="0" i="0" kern="1200" dirty="0" smtClean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lang="en-US" sz="1100" b="0" i="0" kern="1200" dirty="0" smtClean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lang="en-US" sz="1100" b="0" i="0" kern="1200" dirty="0" smtClean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lang="en-US" sz="1100" b="0" i="0" kern="1200" dirty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pt-BR"/>
              <a:t>Lorem Ipsum Lorem Ipsum</a:t>
            </a:r>
          </a:p>
          <a:p>
            <a:pPr>
              <a:defRPr/>
            </a:pPr>
            <a:r>
              <a:rPr lang="pt-BR"/>
              <a:t>Lorem Ipsum</a:t>
            </a:r>
          </a:p>
        </p:txBody>
      </p:sp>
      <p:sp>
        <p:nvSpPr>
          <p:cNvPr id="110" name="Text Placeholder 158">
            <a:extLst>
              <a:ext uri="{FF2B5EF4-FFF2-40B4-BE49-F238E27FC236}">
                <a16:creationId xmlns:a16="http://schemas.microsoft.com/office/drawing/2014/main" id="{EBEC0BA1-6DFA-4435-9724-FFD5DF647536}"/>
              </a:ext>
            </a:extLst>
          </p:cNvPr>
          <p:cNvSpPr txBox="1">
            <a:spLocks/>
          </p:cNvSpPr>
          <p:nvPr/>
        </p:nvSpPr>
        <p:spPr>
          <a:xfrm>
            <a:off x="2726702" y="4735549"/>
            <a:ext cx="1908000" cy="606425"/>
          </a:xfrm>
          <a:prstGeom prst="rect">
            <a:avLst/>
          </a:prstGeom>
        </p:spPr>
        <p:txBody>
          <a:bodyPr/>
          <a:lstStyle>
            <a:lvl1pPr marL="0" indent="0" algn="ctr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lang="en-US" sz="1100" b="0" i="0" kern="1200" dirty="0" smtClean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lang="en-US" sz="1100" b="0" i="0" kern="1200" dirty="0" smtClean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lang="en-US" sz="1100" b="0" i="0" kern="1200" dirty="0" smtClean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lang="en-US" sz="1100" b="0" i="0" kern="1200" dirty="0" smtClean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lang="en-US" sz="1100" b="0" i="0" kern="1200" dirty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pt-BR"/>
              <a:t>Lorem Ipsum Lorem Ipsum</a:t>
            </a:r>
          </a:p>
          <a:p>
            <a:pPr>
              <a:defRPr/>
            </a:pPr>
            <a:r>
              <a:rPr lang="pt-BR"/>
              <a:t>Lorem Ipsum</a:t>
            </a:r>
          </a:p>
        </p:txBody>
      </p:sp>
    </p:spTree>
    <p:extLst>
      <p:ext uri="{BB962C8B-B14F-4D97-AF65-F5344CB8AC3E}">
        <p14:creationId xmlns:p14="http://schemas.microsoft.com/office/powerpoint/2010/main" val="1713735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Object 25" hidden="1">
            <a:extLst>
              <a:ext uri="{FF2B5EF4-FFF2-40B4-BE49-F238E27FC236}">
                <a16:creationId xmlns:a16="http://schemas.microsoft.com/office/drawing/2014/main" id="{8F3B2087-3DA6-3FC8-1973-033195ABCB4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40349308"/>
              </p:ext>
            </p:extLst>
          </p:nvPr>
        </p:nvGraphicFramePr>
        <p:xfrm>
          <a:off x="1588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6" name="Object 25" hidden="1">
                        <a:extLst>
                          <a:ext uri="{FF2B5EF4-FFF2-40B4-BE49-F238E27FC236}">
                            <a16:creationId xmlns:a16="http://schemas.microsoft.com/office/drawing/2014/main" id="{8F3B2087-3DA6-3FC8-1973-033195ABCB4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58B05A5-B63B-3299-72C5-3694ACBB5D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033301-3FA2-5CFC-5FD4-7B824D253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37" name="Title 36">
            <a:extLst>
              <a:ext uri="{FF2B5EF4-FFF2-40B4-BE49-F238E27FC236}">
                <a16:creationId xmlns:a16="http://schemas.microsoft.com/office/drawing/2014/main" id="{CF3565A0-C134-7BE3-F1C3-C18B9A27C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290532A-24D3-0291-2E4F-021C65E0807C}"/>
              </a:ext>
            </a:extLst>
          </p:cNvPr>
          <p:cNvSpPr/>
          <p:nvPr/>
        </p:nvSpPr>
        <p:spPr>
          <a:xfrm>
            <a:off x="781790" y="2245421"/>
            <a:ext cx="1146400" cy="1146400"/>
          </a:xfrm>
          <a:prstGeom prst="ellipse">
            <a:avLst/>
          </a:prstGeom>
          <a:noFill/>
          <a:ln w="76200" cap="flat" cmpd="sng" algn="ctr">
            <a:solidFill>
              <a:schemeClr val="accent3"/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 defTabSz="914411">
              <a:defRPr/>
            </a:pPr>
            <a:endParaRPr lang="en-US" sz="1801" b="1" kern="0">
              <a:solidFill>
                <a:srgbClr val="FFFFFF"/>
              </a:solidFill>
              <a:latin typeface="Graphik" panose="020B0503030202060203" pitchFamily="34" charset="77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D081535-4194-BBF4-0F06-BCA39E2A2F66}"/>
              </a:ext>
            </a:extLst>
          </p:cNvPr>
          <p:cNvSpPr/>
          <p:nvPr/>
        </p:nvSpPr>
        <p:spPr>
          <a:xfrm>
            <a:off x="7806073" y="2245421"/>
            <a:ext cx="1146400" cy="1146400"/>
          </a:xfrm>
          <a:prstGeom prst="ellipse">
            <a:avLst/>
          </a:prstGeom>
          <a:noFill/>
          <a:ln w="76200" cap="flat" cmpd="sng" algn="ctr">
            <a:solidFill>
              <a:schemeClr val="accent3"/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 defTabSz="914411">
              <a:defRPr/>
            </a:pPr>
            <a:endParaRPr lang="en-US" sz="1801" b="1" kern="0">
              <a:solidFill>
                <a:srgbClr val="FFFFFF"/>
              </a:solidFill>
              <a:latin typeface="Graphik" panose="020B0503030202060203" pitchFamily="34" charset="77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A3D47FE-DEEC-49C0-9BD0-3DA92B0E1F43}"/>
              </a:ext>
            </a:extLst>
          </p:cNvPr>
          <p:cNvSpPr/>
          <p:nvPr/>
        </p:nvSpPr>
        <p:spPr>
          <a:xfrm>
            <a:off x="3123218" y="2245421"/>
            <a:ext cx="1146400" cy="1146400"/>
          </a:xfrm>
          <a:prstGeom prst="ellipse">
            <a:avLst/>
          </a:prstGeom>
          <a:noFill/>
          <a:ln w="76200" cap="flat" cmpd="sng" algn="ctr">
            <a:solidFill>
              <a:schemeClr val="accent3"/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 defTabSz="914411">
              <a:defRPr/>
            </a:pPr>
            <a:endParaRPr lang="en-US" sz="1801" b="1" kern="0">
              <a:solidFill>
                <a:srgbClr val="FFFFFF"/>
              </a:solidFill>
              <a:latin typeface="Graphik" panose="020B0503030202060203" pitchFamily="34" charset="77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278616C-2DDC-8716-7F54-902A927F7347}"/>
              </a:ext>
            </a:extLst>
          </p:cNvPr>
          <p:cNvSpPr/>
          <p:nvPr/>
        </p:nvSpPr>
        <p:spPr>
          <a:xfrm>
            <a:off x="5464645" y="2245421"/>
            <a:ext cx="1146400" cy="1146400"/>
          </a:xfrm>
          <a:prstGeom prst="ellipse">
            <a:avLst/>
          </a:prstGeom>
          <a:noFill/>
          <a:ln w="76200" cap="flat" cmpd="sng" algn="ctr">
            <a:solidFill>
              <a:schemeClr val="accent3"/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 defTabSz="914411">
              <a:defRPr/>
            </a:pPr>
            <a:endParaRPr lang="en-US" sz="1801" b="1" kern="0">
              <a:solidFill>
                <a:srgbClr val="FFFFFF"/>
              </a:solidFill>
              <a:latin typeface="Graphik" panose="020B0503030202060203" pitchFamily="34" charset="77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2CAE18B-8DC4-2F3A-7EE8-F92C77671A19}"/>
              </a:ext>
            </a:extLst>
          </p:cNvPr>
          <p:cNvSpPr/>
          <p:nvPr/>
        </p:nvSpPr>
        <p:spPr>
          <a:xfrm>
            <a:off x="10147497" y="2245421"/>
            <a:ext cx="1146400" cy="1146400"/>
          </a:xfrm>
          <a:prstGeom prst="ellipse">
            <a:avLst/>
          </a:prstGeom>
          <a:noFill/>
          <a:ln w="76200" cap="flat" cmpd="sng" algn="ctr">
            <a:solidFill>
              <a:schemeClr val="accent3"/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 defTabSz="914411">
              <a:defRPr/>
            </a:pPr>
            <a:endParaRPr lang="en-US" sz="1801" b="1" kern="0">
              <a:solidFill>
                <a:srgbClr val="FFFFFF"/>
              </a:solidFill>
              <a:latin typeface="Graphik" panose="020B0503030202060203" pitchFamily="34" charset="77"/>
            </a:endParaRPr>
          </a:p>
        </p:txBody>
      </p:sp>
      <p:pic>
        <p:nvPicPr>
          <p:cNvPr id="11" name="Graphic 10" descr="Dollar with solid fill">
            <a:extLst>
              <a:ext uri="{FF2B5EF4-FFF2-40B4-BE49-F238E27FC236}">
                <a16:creationId xmlns:a16="http://schemas.microsoft.com/office/drawing/2014/main" id="{3BBAC7E0-B126-951D-5BFD-F3A04CDFCA5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0792" y="2424117"/>
            <a:ext cx="788400" cy="788400"/>
          </a:xfrm>
          <a:prstGeom prst="rect">
            <a:avLst/>
          </a:prstGeom>
        </p:spPr>
      </p:pic>
      <p:pic>
        <p:nvPicPr>
          <p:cNvPr id="12" name="Graphic 11" descr="Dollar with solid fill">
            <a:extLst>
              <a:ext uri="{FF2B5EF4-FFF2-40B4-BE49-F238E27FC236}">
                <a16:creationId xmlns:a16="http://schemas.microsoft.com/office/drawing/2014/main" id="{90A2E04D-AEB3-23A5-7B0F-4D5BD71BD5E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02220" y="2424117"/>
            <a:ext cx="788400" cy="788400"/>
          </a:xfrm>
          <a:prstGeom prst="rect">
            <a:avLst/>
          </a:prstGeom>
        </p:spPr>
      </p:pic>
      <p:pic>
        <p:nvPicPr>
          <p:cNvPr id="13" name="Graphic 12" descr="Dollar with solid fill">
            <a:extLst>
              <a:ext uri="{FF2B5EF4-FFF2-40B4-BE49-F238E27FC236}">
                <a16:creationId xmlns:a16="http://schemas.microsoft.com/office/drawing/2014/main" id="{839DADD5-BDD1-6630-4D20-D1D12A466E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43645" y="2424117"/>
            <a:ext cx="788400" cy="788400"/>
          </a:xfrm>
          <a:prstGeom prst="rect">
            <a:avLst/>
          </a:prstGeom>
        </p:spPr>
      </p:pic>
      <p:pic>
        <p:nvPicPr>
          <p:cNvPr id="14" name="Graphic 13" descr="Dollar with solid fill">
            <a:extLst>
              <a:ext uri="{FF2B5EF4-FFF2-40B4-BE49-F238E27FC236}">
                <a16:creationId xmlns:a16="http://schemas.microsoft.com/office/drawing/2014/main" id="{3AEED2DA-A1F5-47BC-8534-20C0C978444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85073" y="2424117"/>
            <a:ext cx="788400" cy="788400"/>
          </a:xfrm>
          <a:prstGeom prst="rect">
            <a:avLst/>
          </a:prstGeom>
        </p:spPr>
      </p:pic>
      <p:pic>
        <p:nvPicPr>
          <p:cNvPr id="15" name="Graphic 14" descr="Dollar with solid fill">
            <a:extLst>
              <a:ext uri="{FF2B5EF4-FFF2-40B4-BE49-F238E27FC236}">
                <a16:creationId xmlns:a16="http://schemas.microsoft.com/office/drawing/2014/main" id="{485C5EB7-A081-F9D7-2F49-C028B00EB61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26499" y="2424117"/>
            <a:ext cx="788400" cy="788400"/>
          </a:xfrm>
          <a:prstGeom prst="rect">
            <a:avLst/>
          </a:prstGeom>
        </p:spPr>
      </p:pic>
      <p:sp>
        <p:nvSpPr>
          <p:cNvPr id="16" name="Text Placeholder 158">
            <a:extLst>
              <a:ext uri="{FF2B5EF4-FFF2-40B4-BE49-F238E27FC236}">
                <a16:creationId xmlns:a16="http://schemas.microsoft.com/office/drawing/2014/main" id="{11FB4866-1B2A-4F9F-351C-842987C9161E}"/>
              </a:ext>
            </a:extLst>
          </p:cNvPr>
          <p:cNvSpPr txBox="1">
            <a:spLocks/>
          </p:cNvSpPr>
          <p:nvPr/>
        </p:nvSpPr>
        <p:spPr>
          <a:xfrm>
            <a:off x="277741" y="4097306"/>
            <a:ext cx="2159998" cy="952462"/>
          </a:xfrm>
          <a:prstGeom prst="rect">
            <a:avLst/>
          </a:prstGeom>
        </p:spPr>
        <p:txBody>
          <a:bodyPr anchor="ctr"/>
          <a:lstStyle>
            <a:lvl1pPr marL="0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kumimoji="0" lang="en-US" sz="1200" b="0" i="0" u="none" strike="noStrike" kern="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lang="en-US" sz="1100" b="0" i="0" kern="1200" dirty="0" smtClean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lang="en-US" sz="1100" b="0" i="0" kern="1200" dirty="0" smtClean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lang="en-US" sz="1100" b="0" i="0" kern="1200" dirty="0" smtClean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lang="en-US" sz="1100" b="0" i="0" kern="1200" dirty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AU"/>
              <a:t>Lorem Ipsum Lorem Ipsum Lorem Ipsum Lorem Ipsum Lorem Ipsum Lorem Ipsum Lorem Ipsum Lorem Ipsum</a:t>
            </a:r>
          </a:p>
        </p:txBody>
      </p:sp>
      <p:sp>
        <p:nvSpPr>
          <p:cNvPr id="17" name="Text Placeholder 158">
            <a:extLst>
              <a:ext uri="{FF2B5EF4-FFF2-40B4-BE49-F238E27FC236}">
                <a16:creationId xmlns:a16="http://schemas.microsoft.com/office/drawing/2014/main" id="{1F889421-0E65-61C2-D1F5-B510725D4B72}"/>
              </a:ext>
            </a:extLst>
          </p:cNvPr>
          <p:cNvSpPr txBox="1">
            <a:spLocks/>
          </p:cNvSpPr>
          <p:nvPr/>
        </p:nvSpPr>
        <p:spPr>
          <a:xfrm>
            <a:off x="2618483" y="4097306"/>
            <a:ext cx="2159998" cy="952462"/>
          </a:xfrm>
          <a:prstGeom prst="rect">
            <a:avLst/>
          </a:prstGeom>
        </p:spPr>
        <p:txBody>
          <a:bodyPr anchor="ctr"/>
          <a:lstStyle>
            <a:lvl1pPr marL="0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kumimoji="0" lang="en-US" sz="1200" b="0" i="0" u="none" strike="noStrike" kern="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lang="en-US" sz="1100" b="0" i="0" kern="1200" dirty="0" smtClean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lang="en-US" sz="1100" b="0" i="0" kern="1200" dirty="0" smtClean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lang="en-US" sz="1100" b="0" i="0" kern="1200" dirty="0" smtClean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lang="en-US" sz="1100" b="0" i="0" kern="1200" dirty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AU"/>
              <a:t>Lorem Ipsum Lorem Ipsum Lorem Ipsum Lorem Ipsum Lorem Ipsum Lorem Ipsum Lorem Ipsum Lorem Ipsum</a:t>
            </a:r>
          </a:p>
        </p:txBody>
      </p:sp>
      <p:sp>
        <p:nvSpPr>
          <p:cNvPr id="18" name="Text Placeholder 158">
            <a:extLst>
              <a:ext uri="{FF2B5EF4-FFF2-40B4-BE49-F238E27FC236}">
                <a16:creationId xmlns:a16="http://schemas.microsoft.com/office/drawing/2014/main" id="{1A89FA5D-B141-11EE-48A7-B085FCEBEE58}"/>
              </a:ext>
            </a:extLst>
          </p:cNvPr>
          <p:cNvSpPr txBox="1">
            <a:spLocks/>
          </p:cNvSpPr>
          <p:nvPr/>
        </p:nvSpPr>
        <p:spPr>
          <a:xfrm>
            <a:off x="4959222" y="4097306"/>
            <a:ext cx="2159998" cy="952462"/>
          </a:xfrm>
          <a:prstGeom prst="rect">
            <a:avLst/>
          </a:prstGeom>
        </p:spPr>
        <p:txBody>
          <a:bodyPr anchor="ctr"/>
          <a:lstStyle>
            <a:lvl1pPr marL="0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kumimoji="0" lang="en-US" sz="1200" b="0" i="0" u="none" strike="noStrike" kern="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lang="en-US" sz="1100" b="0" i="0" kern="1200" dirty="0" smtClean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lang="en-US" sz="1100" b="0" i="0" kern="1200" dirty="0" smtClean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lang="en-US" sz="1100" b="0" i="0" kern="1200" dirty="0" smtClean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lang="en-US" sz="1100" b="0" i="0" kern="1200" dirty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AU"/>
              <a:t>Lorem Ipsum Lorem Ipsum Lorem Ipsum Lorem Ipsum Lorem Ipsum Lorem Ipsum Lorem Ipsum Lorem Ipsum</a:t>
            </a:r>
          </a:p>
        </p:txBody>
      </p:sp>
      <p:sp>
        <p:nvSpPr>
          <p:cNvPr id="19" name="Text Placeholder 158">
            <a:extLst>
              <a:ext uri="{FF2B5EF4-FFF2-40B4-BE49-F238E27FC236}">
                <a16:creationId xmlns:a16="http://schemas.microsoft.com/office/drawing/2014/main" id="{1DAE3EF6-5FDB-CDDA-4859-73BB789D7F6C}"/>
              </a:ext>
            </a:extLst>
          </p:cNvPr>
          <p:cNvSpPr txBox="1">
            <a:spLocks/>
          </p:cNvSpPr>
          <p:nvPr/>
        </p:nvSpPr>
        <p:spPr>
          <a:xfrm>
            <a:off x="7299962" y="4097306"/>
            <a:ext cx="2159998" cy="952462"/>
          </a:xfrm>
          <a:prstGeom prst="rect">
            <a:avLst/>
          </a:prstGeom>
        </p:spPr>
        <p:txBody>
          <a:bodyPr anchor="ctr"/>
          <a:lstStyle>
            <a:lvl1pPr marL="0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kumimoji="0" lang="en-US" sz="1200" b="0" i="0" u="none" strike="noStrike" kern="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lang="en-US" sz="1100" b="0" i="0" kern="1200" dirty="0" smtClean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lang="en-US" sz="1100" b="0" i="0" kern="1200" dirty="0" smtClean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lang="en-US" sz="1100" b="0" i="0" kern="1200" dirty="0" smtClean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lang="en-US" sz="1100" b="0" i="0" kern="1200" dirty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AU"/>
              <a:t>Lorem Ipsum Lorem Ipsum Lorem Ipsum Lorem Ipsum Lorem Ipsum Lorem Ipsum Lorem Ipsum Lorem Ipsum</a:t>
            </a:r>
          </a:p>
        </p:txBody>
      </p:sp>
      <p:sp>
        <p:nvSpPr>
          <p:cNvPr id="20" name="Text Placeholder 158">
            <a:extLst>
              <a:ext uri="{FF2B5EF4-FFF2-40B4-BE49-F238E27FC236}">
                <a16:creationId xmlns:a16="http://schemas.microsoft.com/office/drawing/2014/main" id="{CB801CDE-41DC-C5A3-1DAC-9C4E3EE81BD0}"/>
              </a:ext>
            </a:extLst>
          </p:cNvPr>
          <p:cNvSpPr txBox="1">
            <a:spLocks/>
          </p:cNvSpPr>
          <p:nvPr/>
        </p:nvSpPr>
        <p:spPr>
          <a:xfrm>
            <a:off x="9640700" y="4097306"/>
            <a:ext cx="2159998" cy="952462"/>
          </a:xfrm>
          <a:prstGeom prst="rect">
            <a:avLst/>
          </a:prstGeom>
        </p:spPr>
        <p:txBody>
          <a:bodyPr anchor="ctr"/>
          <a:lstStyle>
            <a:lvl1pPr marL="0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kumimoji="0" lang="en-US" sz="1200" b="0" i="0" u="none" strike="noStrike" kern="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lang="en-US" sz="1100" b="0" i="0" kern="1200" dirty="0" smtClean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lang="en-US" sz="1100" b="0" i="0" kern="1200" dirty="0" smtClean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lang="en-US" sz="1100" b="0" i="0" kern="1200" dirty="0" smtClean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lang="en-US" sz="1100" b="0" i="0" kern="1200" dirty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AU"/>
              <a:t>Lorem Ipsum Lorem Ipsum Lorem Ipsum Lorem Ipsum Lorem Ipsum Lorem Ipsum Lorem Ipsum Lorem Ipsum</a:t>
            </a:r>
          </a:p>
        </p:txBody>
      </p:sp>
      <p:sp>
        <p:nvSpPr>
          <p:cNvPr id="21" name="Text Placeholder 125">
            <a:extLst>
              <a:ext uri="{FF2B5EF4-FFF2-40B4-BE49-F238E27FC236}">
                <a16:creationId xmlns:a16="http://schemas.microsoft.com/office/drawing/2014/main" id="{09BD24CB-7BD8-6C41-FCBC-3FD8134B57F1}"/>
              </a:ext>
            </a:extLst>
          </p:cNvPr>
          <p:cNvSpPr txBox="1">
            <a:spLocks/>
          </p:cNvSpPr>
          <p:nvPr/>
        </p:nvSpPr>
        <p:spPr>
          <a:xfrm>
            <a:off x="417555" y="3503347"/>
            <a:ext cx="1874875" cy="493301"/>
          </a:xfrm>
          <a:prstGeom prst="rect">
            <a:avLst/>
          </a:prstGeom>
        </p:spPr>
        <p:txBody>
          <a:bodyPr anchor="ctr"/>
          <a:lstStyle>
            <a:lvl1pPr marL="0" indent="0" algn="ctr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kumimoji="0" lang="en-US" sz="1200" b="1" i="0" u="none" strike="noStrike" kern="0" cap="none" spc="0" normalizeH="0" baseline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1401">
                <a:solidFill>
                  <a:schemeClr val="accent1"/>
                </a:solidFill>
              </a:rPr>
              <a:t>Title 1</a:t>
            </a:r>
          </a:p>
        </p:txBody>
      </p:sp>
      <p:sp>
        <p:nvSpPr>
          <p:cNvPr id="22" name="Text Placeholder 125">
            <a:extLst>
              <a:ext uri="{FF2B5EF4-FFF2-40B4-BE49-F238E27FC236}">
                <a16:creationId xmlns:a16="http://schemas.microsoft.com/office/drawing/2014/main" id="{3D01316B-C852-89D8-A592-322669C8463F}"/>
              </a:ext>
            </a:extLst>
          </p:cNvPr>
          <p:cNvSpPr txBox="1">
            <a:spLocks/>
          </p:cNvSpPr>
          <p:nvPr/>
        </p:nvSpPr>
        <p:spPr>
          <a:xfrm>
            <a:off x="2758982" y="3503347"/>
            <a:ext cx="1874875" cy="493301"/>
          </a:xfrm>
          <a:prstGeom prst="rect">
            <a:avLst/>
          </a:prstGeom>
        </p:spPr>
        <p:txBody>
          <a:bodyPr anchor="ctr"/>
          <a:lstStyle>
            <a:lvl1pPr marL="0" indent="0" algn="ctr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kumimoji="0" lang="en-US" sz="1200" b="1" i="0" u="none" strike="noStrike" kern="0" cap="none" spc="0" normalizeH="0" baseline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1401">
                <a:solidFill>
                  <a:schemeClr val="accent1"/>
                </a:solidFill>
              </a:rPr>
              <a:t>Title 2</a:t>
            </a:r>
          </a:p>
        </p:txBody>
      </p:sp>
      <p:sp>
        <p:nvSpPr>
          <p:cNvPr id="23" name="Text Placeholder 125">
            <a:extLst>
              <a:ext uri="{FF2B5EF4-FFF2-40B4-BE49-F238E27FC236}">
                <a16:creationId xmlns:a16="http://schemas.microsoft.com/office/drawing/2014/main" id="{ABB1E870-03A3-B0F5-2C7E-45B53D0DF676}"/>
              </a:ext>
            </a:extLst>
          </p:cNvPr>
          <p:cNvSpPr txBox="1">
            <a:spLocks/>
          </p:cNvSpPr>
          <p:nvPr/>
        </p:nvSpPr>
        <p:spPr>
          <a:xfrm>
            <a:off x="5100408" y="3503347"/>
            <a:ext cx="1874875" cy="493301"/>
          </a:xfrm>
          <a:prstGeom prst="rect">
            <a:avLst/>
          </a:prstGeom>
        </p:spPr>
        <p:txBody>
          <a:bodyPr anchor="ctr"/>
          <a:lstStyle>
            <a:lvl1pPr marL="0" indent="0" algn="ctr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kumimoji="0" lang="en-US" sz="1200" b="1" i="0" u="none" strike="noStrike" kern="0" cap="none" spc="0" normalizeH="0" baseline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1401">
                <a:solidFill>
                  <a:schemeClr val="accent1"/>
                </a:solidFill>
              </a:rPr>
              <a:t>Title 3</a:t>
            </a:r>
          </a:p>
        </p:txBody>
      </p:sp>
      <p:sp>
        <p:nvSpPr>
          <p:cNvPr id="24" name="Text Placeholder 125">
            <a:extLst>
              <a:ext uri="{FF2B5EF4-FFF2-40B4-BE49-F238E27FC236}">
                <a16:creationId xmlns:a16="http://schemas.microsoft.com/office/drawing/2014/main" id="{3F180157-FC7D-41D6-BB65-1279C59CB44B}"/>
              </a:ext>
            </a:extLst>
          </p:cNvPr>
          <p:cNvSpPr txBox="1">
            <a:spLocks/>
          </p:cNvSpPr>
          <p:nvPr/>
        </p:nvSpPr>
        <p:spPr>
          <a:xfrm>
            <a:off x="7441835" y="3503347"/>
            <a:ext cx="1874875" cy="493301"/>
          </a:xfrm>
          <a:prstGeom prst="rect">
            <a:avLst/>
          </a:prstGeom>
        </p:spPr>
        <p:txBody>
          <a:bodyPr anchor="ctr"/>
          <a:lstStyle>
            <a:lvl1pPr marL="0" indent="0" algn="ctr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kumimoji="0" lang="en-US" sz="1200" b="1" i="0" u="none" strike="noStrike" kern="0" cap="none" spc="0" normalizeH="0" baseline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1401">
                <a:solidFill>
                  <a:schemeClr val="accent1"/>
                </a:solidFill>
              </a:rPr>
              <a:t>Title 4</a:t>
            </a:r>
          </a:p>
        </p:txBody>
      </p:sp>
      <p:sp>
        <p:nvSpPr>
          <p:cNvPr id="25" name="Text Placeholder 125">
            <a:extLst>
              <a:ext uri="{FF2B5EF4-FFF2-40B4-BE49-F238E27FC236}">
                <a16:creationId xmlns:a16="http://schemas.microsoft.com/office/drawing/2014/main" id="{3CE94776-810E-B1C0-2692-A5EA56E94CCD}"/>
              </a:ext>
            </a:extLst>
          </p:cNvPr>
          <p:cNvSpPr txBox="1">
            <a:spLocks/>
          </p:cNvSpPr>
          <p:nvPr/>
        </p:nvSpPr>
        <p:spPr>
          <a:xfrm>
            <a:off x="9783261" y="3503347"/>
            <a:ext cx="1874875" cy="493301"/>
          </a:xfrm>
          <a:prstGeom prst="rect">
            <a:avLst/>
          </a:prstGeom>
        </p:spPr>
        <p:txBody>
          <a:bodyPr anchor="ctr"/>
          <a:lstStyle>
            <a:lvl1pPr marL="0" indent="0" algn="ctr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kumimoji="0" lang="en-US" sz="1200" b="1" i="0" u="none" strike="noStrike" kern="0" cap="none" spc="0" normalizeH="0" baseline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1401">
                <a:solidFill>
                  <a:schemeClr val="accent1"/>
                </a:solidFill>
              </a:rPr>
              <a:t>Title 5</a:t>
            </a:r>
          </a:p>
        </p:txBody>
      </p:sp>
    </p:spTree>
    <p:extLst>
      <p:ext uri="{BB962C8B-B14F-4D97-AF65-F5344CB8AC3E}">
        <p14:creationId xmlns:p14="http://schemas.microsoft.com/office/powerpoint/2010/main" val="10330850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Object 22" hidden="1">
            <a:extLst>
              <a:ext uri="{FF2B5EF4-FFF2-40B4-BE49-F238E27FC236}">
                <a16:creationId xmlns:a16="http://schemas.microsoft.com/office/drawing/2014/main" id="{38772D30-D2FE-852F-DC1C-E16D2178871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39865886"/>
              </p:ext>
            </p:extLst>
          </p:nvPr>
        </p:nvGraphicFramePr>
        <p:xfrm>
          <a:off x="1588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3" name="Object 22" hidden="1">
                        <a:extLst>
                          <a:ext uri="{FF2B5EF4-FFF2-40B4-BE49-F238E27FC236}">
                            <a16:creationId xmlns:a16="http://schemas.microsoft.com/office/drawing/2014/main" id="{38772D30-D2FE-852F-DC1C-E16D2178871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58B05A5-B63B-3299-72C5-3694ACBB5D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5AF4BF-807B-AB8D-6688-A48DE41EA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32" name="Title 31">
            <a:extLst>
              <a:ext uri="{FF2B5EF4-FFF2-40B4-BE49-F238E27FC236}">
                <a16:creationId xmlns:a16="http://schemas.microsoft.com/office/drawing/2014/main" id="{514A5BAA-D5B0-EBF0-77C3-914B03251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E12FD4F1-48D2-B930-DFAA-C106B6DC1689}"/>
              </a:ext>
            </a:extLst>
          </p:cNvPr>
          <p:cNvSpPr txBox="1">
            <a:spLocks/>
          </p:cNvSpPr>
          <p:nvPr/>
        </p:nvSpPr>
        <p:spPr>
          <a:xfrm flipH="1">
            <a:off x="10946922" y="6401006"/>
            <a:ext cx="561476" cy="273403"/>
          </a:xfrm>
          <a:prstGeom prst="rect">
            <a:avLst/>
          </a:prstGeom>
        </p:spPr>
        <p:txBody>
          <a:bodyPr tIns="0" bIns="0" anchor="b"/>
          <a:lstStyle>
            <a:defPPr>
              <a:defRPr lang="en-US"/>
            </a:defPPr>
            <a:lvl1pPr marL="0" algn="l" defTabSz="914400" rtl="0" eaLnBrk="1" latinLnBrk="0" hangingPunct="1">
              <a:defRPr sz="1000" b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F9AC08D-23A9-440E-BCB9-AA1E9877CC38}" type="slidenum">
              <a:rPr lang="en-US" sz="1001"/>
              <a:pPr/>
              <a:t>29</a:t>
            </a:fld>
            <a:endParaRPr lang="en-US" sz="1001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891DB1D-73F4-D0ED-B739-49B7CA962505}"/>
              </a:ext>
            </a:extLst>
          </p:cNvPr>
          <p:cNvSpPr/>
          <p:nvPr/>
        </p:nvSpPr>
        <p:spPr>
          <a:xfrm>
            <a:off x="8205068" y="3308874"/>
            <a:ext cx="3635236" cy="2781376"/>
          </a:xfrm>
          <a:prstGeom prst="rect">
            <a:avLst/>
          </a:prstGeom>
          <a:solidFill>
            <a:srgbClr val="BEBEBE">
              <a:lumMod val="20000"/>
              <a:lumOff val="80000"/>
            </a:srgbClr>
          </a:solidFill>
          <a:ln w="19050" cap="flat" cmpd="sng" algn="ctr">
            <a:noFill/>
            <a:prstDash val="sysDot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 defTabSz="914411">
              <a:defRPr/>
            </a:pPr>
            <a:endParaRPr lang="en-US" sz="1801" b="1" kern="0">
              <a:solidFill>
                <a:srgbClr val="FFFFFF"/>
              </a:solidFill>
              <a:latin typeface="Graphik" panose="020B0503030202060203" pitchFamily="34" charset="77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165A7B2-3272-0F33-AF13-D8C322CF0E62}"/>
              </a:ext>
            </a:extLst>
          </p:cNvPr>
          <p:cNvSpPr/>
          <p:nvPr/>
        </p:nvSpPr>
        <p:spPr>
          <a:xfrm>
            <a:off x="4280403" y="3313755"/>
            <a:ext cx="3635236" cy="2772594"/>
          </a:xfrm>
          <a:prstGeom prst="rect">
            <a:avLst/>
          </a:prstGeom>
          <a:solidFill>
            <a:srgbClr val="BEBEBE">
              <a:lumMod val="20000"/>
              <a:lumOff val="80000"/>
            </a:srgbClr>
          </a:solidFill>
          <a:ln w="19050" cap="flat" cmpd="sng" algn="ctr">
            <a:noFill/>
            <a:prstDash val="sysDot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 defTabSz="914411">
              <a:defRPr/>
            </a:pPr>
            <a:endParaRPr lang="en-US" sz="1801" b="1" kern="0">
              <a:solidFill>
                <a:srgbClr val="FFFFFF"/>
              </a:solidFill>
              <a:latin typeface="Graphik" panose="020B0503030202060203" pitchFamily="34" charset="77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5FFDDB-30C6-0D32-776E-3AB3AD727975}"/>
              </a:ext>
            </a:extLst>
          </p:cNvPr>
          <p:cNvSpPr/>
          <p:nvPr/>
        </p:nvSpPr>
        <p:spPr>
          <a:xfrm>
            <a:off x="355738" y="3313755"/>
            <a:ext cx="3635236" cy="2772594"/>
          </a:xfrm>
          <a:prstGeom prst="rect">
            <a:avLst/>
          </a:prstGeom>
          <a:solidFill>
            <a:srgbClr val="BEBEBE">
              <a:lumMod val="20000"/>
              <a:lumOff val="80000"/>
            </a:srgbClr>
          </a:solidFill>
          <a:ln w="19050" cap="flat" cmpd="sng" algn="ctr">
            <a:noFill/>
            <a:prstDash val="sysDot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 defTabSz="914411">
              <a:defRPr/>
            </a:pPr>
            <a:endParaRPr lang="en-US" sz="1801" b="1" kern="0">
              <a:solidFill>
                <a:srgbClr val="FFFFFF"/>
              </a:solidFill>
              <a:latin typeface="Graphik" panose="020B0503030202060203" pitchFamily="34" charset="77"/>
            </a:endParaRPr>
          </a:p>
        </p:txBody>
      </p:sp>
      <p:sp>
        <p:nvSpPr>
          <p:cNvPr id="11" name="Donut 13">
            <a:extLst>
              <a:ext uri="{FF2B5EF4-FFF2-40B4-BE49-F238E27FC236}">
                <a16:creationId xmlns:a16="http://schemas.microsoft.com/office/drawing/2014/main" id="{69454CD1-F92B-9A0A-96D6-53DE4DFDFD33}"/>
              </a:ext>
            </a:extLst>
          </p:cNvPr>
          <p:cNvSpPr/>
          <p:nvPr/>
        </p:nvSpPr>
        <p:spPr>
          <a:xfrm>
            <a:off x="1569202" y="1496274"/>
            <a:ext cx="1239140" cy="1215237"/>
          </a:xfrm>
          <a:prstGeom prst="donut">
            <a:avLst>
              <a:gd name="adj" fmla="val 10524"/>
            </a:avLst>
          </a:prstGeom>
          <a:solidFill>
            <a:schemeClr val="accent3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411">
              <a:defRPr/>
            </a:pPr>
            <a:endParaRPr lang="en-US" sz="1801" kern="0" err="1">
              <a:solidFill>
                <a:srgbClr val="000000"/>
              </a:solidFill>
              <a:latin typeface="Proxima Nova Rg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A3EA4B3E-5ABC-9D29-9E9F-284441F7B59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45894" y="1885589"/>
            <a:ext cx="671262" cy="409012"/>
          </a:xfrm>
          <a:prstGeom prst="rect">
            <a:avLst/>
          </a:prstGeom>
        </p:spPr>
      </p:pic>
      <p:sp>
        <p:nvSpPr>
          <p:cNvPr id="13" name="Donut 16">
            <a:extLst>
              <a:ext uri="{FF2B5EF4-FFF2-40B4-BE49-F238E27FC236}">
                <a16:creationId xmlns:a16="http://schemas.microsoft.com/office/drawing/2014/main" id="{E50395AC-5191-D1C2-45B6-8FA2A6474E7B}"/>
              </a:ext>
            </a:extLst>
          </p:cNvPr>
          <p:cNvSpPr/>
          <p:nvPr/>
        </p:nvSpPr>
        <p:spPr>
          <a:xfrm>
            <a:off x="9396234" y="1491558"/>
            <a:ext cx="1256962" cy="1232715"/>
          </a:xfrm>
          <a:prstGeom prst="donut">
            <a:avLst>
              <a:gd name="adj" fmla="val 10524"/>
            </a:avLst>
          </a:prstGeom>
          <a:solidFill>
            <a:schemeClr val="accent5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411">
              <a:defRPr/>
            </a:pPr>
            <a:endParaRPr lang="en-US" sz="1801" kern="0" err="1">
              <a:solidFill>
                <a:srgbClr val="000000"/>
              </a:solidFill>
              <a:latin typeface="Proxima Nova Rg"/>
            </a:endParaRPr>
          </a:p>
        </p:txBody>
      </p:sp>
      <p:sp>
        <p:nvSpPr>
          <p:cNvPr id="14" name="Donut 14">
            <a:extLst>
              <a:ext uri="{FF2B5EF4-FFF2-40B4-BE49-F238E27FC236}">
                <a16:creationId xmlns:a16="http://schemas.microsoft.com/office/drawing/2014/main" id="{CE3B6031-F9D2-D9B5-5097-CEF8CACADE98}"/>
              </a:ext>
            </a:extLst>
          </p:cNvPr>
          <p:cNvSpPr/>
          <p:nvPr/>
        </p:nvSpPr>
        <p:spPr>
          <a:xfrm>
            <a:off x="5499033" y="1480674"/>
            <a:ext cx="1239140" cy="1215237"/>
          </a:xfrm>
          <a:prstGeom prst="donut">
            <a:avLst>
              <a:gd name="adj" fmla="val 10524"/>
            </a:avLst>
          </a:prstGeom>
          <a:solidFill>
            <a:schemeClr val="accent4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defTabSz="914411">
              <a:defRPr/>
            </a:pPr>
            <a:endParaRPr lang="en-US" sz="1801" kern="0" err="1">
              <a:solidFill>
                <a:srgbClr val="000000"/>
              </a:solidFill>
              <a:latin typeface="Proxima Nova Rg"/>
            </a:endParaRP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F96A8D26-55D3-59FE-921E-4892DF693FA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82973" y="1885589"/>
            <a:ext cx="671262" cy="409012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550F9400-916D-6ED0-2074-C414BB21DFC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687057" y="1885589"/>
            <a:ext cx="671262" cy="409012"/>
          </a:xfrm>
          <a:prstGeom prst="rect">
            <a:avLst/>
          </a:prstGeom>
        </p:spPr>
      </p:pic>
      <p:sp>
        <p:nvSpPr>
          <p:cNvPr id="17" name="Text Placeholder 158">
            <a:extLst>
              <a:ext uri="{FF2B5EF4-FFF2-40B4-BE49-F238E27FC236}">
                <a16:creationId xmlns:a16="http://schemas.microsoft.com/office/drawing/2014/main" id="{F664712D-CEA7-6A91-29EA-5562E2E5A70D}"/>
              </a:ext>
            </a:extLst>
          </p:cNvPr>
          <p:cNvSpPr txBox="1">
            <a:spLocks/>
          </p:cNvSpPr>
          <p:nvPr/>
        </p:nvSpPr>
        <p:spPr>
          <a:xfrm>
            <a:off x="396056" y="3394495"/>
            <a:ext cx="3554604" cy="952462"/>
          </a:xfrm>
          <a:prstGeom prst="rect">
            <a:avLst/>
          </a:prstGeom>
        </p:spPr>
        <p:txBody>
          <a:bodyPr anchor="t"/>
          <a:lstStyle>
            <a:lvl1pPr marL="0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kumimoji="0" lang="en-US" sz="1200" b="0" i="0" u="none" strike="noStrike" kern="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lang="en-US" sz="1100" b="0" i="0" kern="1200" dirty="0" smtClean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lang="en-US" sz="1100" b="0" i="0" kern="1200" dirty="0" smtClean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lang="en-US" sz="1100" b="0" i="0" kern="1200" dirty="0" smtClean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lang="en-US" sz="1100" b="0" i="0" kern="1200" dirty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3" indent="-171453" fontAlgn="auto">
              <a:spcAft>
                <a:spcPts val="601"/>
              </a:spcAft>
              <a:buFont typeface="Wingdings" panose="05000000000000000000" pitchFamily="2" charset="2"/>
              <a:buChar char="§"/>
              <a:defRPr/>
            </a:pPr>
            <a:r>
              <a:rPr lang="en-AU"/>
              <a:t>Lorem Ipsum</a:t>
            </a:r>
          </a:p>
          <a:p>
            <a:pPr marL="171453" indent="-171453" fontAlgn="auto">
              <a:spcAft>
                <a:spcPts val="601"/>
              </a:spcAft>
              <a:buFont typeface="Wingdings" panose="05000000000000000000" pitchFamily="2" charset="2"/>
              <a:buChar char="§"/>
              <a:defRPr/>
            </a:pPr>
            <a:r>
              <a:rPr lang="en-AU"/>
              <a:t>Lorem Ipsum</a:t>
            </a:r>
          </a:p>
          <a:p>
            <a:pPr marL="171453" indent="-171453" fontAlgn="auto">
              <a:spcAft>
                <a:spcPts val="601"/>
              </a:spcAft>
              <a:buFont typeface="Wingdings" panose="05000000000000000000" pitchFamily="2" charset="2"/>
              <a:buChar char="§"/>
              <a:defRPr/>
            </a:pPr>
            <a:r>
              <a:rPr lang="en-AU"/>
              <a:t>Lorem Ipsum</a:t>
            </a:r>
          </a:p>
        </p:txBody>
      </p:sp>
      <p:sp>
        <p:nvSpPr>
          <p:cNvPr id="18" name="Text Placeholder 158">
            <a:extLst>
              <a:ext uri="{FF2B5EF4-FFF2-40B4-BE49-F238E27FC236}">
                <a16:creationId xmlns:a16="http://schemas.microsoft.com/office/drawing/2014/main" id="{23983DF6-4E98-D8D8-4264-0B1C0087FA9F}"/>
              </a:ext>
            </a:extLst>
          </p:cNvPr>
          <p:cNvSpPr txBox="1">
            <a:spLocks/>
          </p:cNvSpPr>
          <p:nvPr/>
        </p:nvSpPr>
        <p:spPr>
          <a:xfrm>
            <a:off x="4320721" y="3394495"/>
            <a:ext cx="3554604" cy="952462"/>
          </a:xfrm>
          <a:prstGeom prst="rect">
            <a:avLst/>
          </a:prstGeom>
        </p:spPr>
        <p:txBody>
          <a:bodyPr anchor="t"/>
          <a:lstStyle>
            <a:lvl1pPr marL="0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kumimoji="0" lang="en-US" sz="1200" b="0" i="0" u="none" strike="noStrike" kern="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lang="en-US" sz="1100" b="0" i="0" kern="1200" dirty="0" smtClean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lang="en-US" sz="1100" b="0" i="0" kern="1200" dirty="0" smtClean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lang="en-US" sz="1100" b="0" i="0" kern="1200" dirty="0" smtClean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lang="en-US" sz="1100" b="0" i="0" kern="1200" dirty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3" indent="-171453" fontAlgn="auto">
              <a:spcAft>
                <a:spcPts val="601"/>
              </a:spcAft>
              <a:buFont typeface="Wingdings" panose="05000000000000000000" pitchFamily="2" charset="2"/>
              <a:buChar char="§"/>
              <a:defRPr/>
            </a:pPr>
            <a:r>
              <a:rPr lang="en-AU"/>
              <a:t>Lorem Ipsum</a:t>
            </a:r>
          </a:p>
          <a:p>
            <a:pPr marL="171453" indent="-171453" fontAlgn="auto">
              <a:spcAft>
                <a:spcPts val="601"/>
              </a:spcAft>
              <a:buFont typeface="Wingdings" panose="05000000000000000000" pitchFamily="2" charset="2"/>
              <a:buChar char="§"/>
              <a:defRPr/>
            </a:pPr>
            <a:r>
              <a:rPr lang="en-AU"/>
              <a:t>Lorem Ipsum</a:t>
            </a:r>
          </a:p>
          <a:p>
            <a:pPr marL="171453" indent="-171453" fontAlgn="auto">
              <a:spcAft>
                <a:spcPts val="601"/>
              </a:spcAft>
              <a:buFont typeface="Wingdings" panose="05000000000000000000" pitchFamily="2" charset="2"/>
              <a:buChar char="§"/>
              <a:defRPr/>
            </a:pPr>
            <a:r>
              <a:rPr lang="en-AU"/>
              <a:t>Lorem Ipsum</a:t>
            </a:r>
          </a:p>
        </p:txBody>
      </p:sp>
      <p:sp>
        <p:nvSpPr>
          <p:cNvPr id="19" name="Text Placeholder 158">
            <a:extLst>
              <a:ext uri="{FF2B5EF4-FFF2-40B4-BE49-F238E27FC236}">
                <a16:creationId xmlns:a16="http://schemas.microsoft.com/office/drawing/2014/main" id="{CC6EE1FD-AE5E-87FE-343D-CF7174A9F8A9}"/>
              </a:ext>
            </a:extLst>
          </p:cNvPr>
          <p:cNvSpPr txBox="1">
            <a:spLocks/>
          </p:cNvSpPr>
          <p:nvPr/>
        </p:nvSpPr>
        <p:spPr>
          <a:xfrm>
            <a:off x="8245386" y="3394495"/>
            <a:ext cx="3554604" cy="952462"/>
          </a:xfrm>
          <a:prstGeom prst="rect">
            <a:avLst/>
          </a:prstGeom>
        </p:spPr>
        <p:txBody>
          <a:bodyPr anchor="t"/>
          <a:lstStyle>
            <a:lvl1pPr marL="0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kumimoji="0" lang="en-US" sz="1200" b="0" i="0" u="none" strike="noStrike" kern="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lang="en-US" sz="1100" b="0" i="0" kern="1200" dirty="0" smtClean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lang="en-US" sz="1100" b="0" i="0" kern="1200" dirty="0" smtClean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lang="en-US" sz="1100" b="0" i="0" kern="1200" dirty="0" smtClean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lang="en-US" sz="1100" b="0" i="0" kern="1200" dirty="0"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3" indent="-171453" fontAlgn="auto">
              <a:spcAft>
                <a:spcPts val="601"/>
              </a:spcAft>
              <a:buFont typeface="Wingdings" panose="05000000000000000000" pitchFamily="2" charset="2"/>
              <a:buChar char="§"/>
              <a:defRPr/>
            </a:pPr>
            <a:r>
              <a:rPr lang="en-AU"/>
              <a:t>Lorem Ipsum</a:t>
            </a:r>
          </a:p>
          <a:p>
            <a:pPr marL="171453" indent="-171453" fontAlgn="auto">
              <a:spcAft>
                <a:spcPts val="601"/>
              </a:spcAft>
              <a:buFont typeface="Wingdings" panose="05000000000000000000" pitchFamily="2" charset="2"/>
              <a:buChar char="§"/>
              <a:defRPr/>
            </a:pPr>
            <a:r>
              <a:rPr lang="en-AU"/>
              <a:t>Lorem Ipsum</a:t>
            </a:r>
          </a:p>
          <a:p>
            <a:pPr marL="171453" indent="-171453" fontAlgn="auto">
              <a:spcAft>
                <a:spcPts val="601"/>
              </a:spcAft>
              <a:buFont typeface="Wingdings" panose="05000000000000000000" pitchFamily="2" charset="2"/>
              <a:buChar char="§"/>
              <a:defRPr/>
            </a:pPr>
            <a:r>
              <a:rPr lang="en-AU"/>
              <a:t>Lorem Ipsum</a:t>
            </a:r>
          </a:p>
        </p:txBody>
      </p:sp>
      <p:sp>
        <p:nvSpPr>
          <p:cNvPr id="20" name="Text Placeholder 125">
            <a:extLst>
              <a:ext uri="{FF2B5EF4-FFF2-40B4-BE49-F238E27FC236}">
                <a16:creationId xmlns:a16="http://schemas.microsoft.com/office/drawing/2014/main" id="{CB6E60F3-629A-D90A-816B-03AEB907F0FB}"/>
              </a:ext>
            </a:extLst>
          </p:cNvPr>
          <p:cNvSpPr txBox="1">
            <a:spLocks/>
          </p:cNvSpPr>
          <p:nvPr/>
        </p:nvSpPr>
        <p:spPr>
          <a:xfrm>
            <a:off x="913359" y="2858143"/>
            <a:ext cx="2519998" cy="308981"/>
          </a:xfrm>
          <a:prstGeom prst="rect">
            <a:avLst/>
          </a:prstGeom>
        </p:spPr>
        <p:txBody>
          <a:bodyPr anchor="ctr"/>
          <a:lstStyle>
            <a:lvl1pPr marL="0" indent="0" algn="ctr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kumimoji="0" lang="en-US" sz="1400" b="1" i="0" u="none" strike="noStrike" kern="0" cap="none" spc="0" normalizeH="0" baseline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1401">
                <a:solidFill>
                  <a:schemeClr val="accent1"/>
                </a:solidFill>
              </a:rPr>
              <a:t>Title 1</a:t>
            </a:r>
          </a:p>
        </p:txBody>
      </p:sp>
      <p:sp>
        <p:nvSpPr>
          <p:cNvPr id="21" name="Text Placeholder 125">
            <a:extLst>
              <a:ext uri="{FF2B5EF4-FFF2-40B4-BE49-F238E27FC236}">
                <a16:creationId xmlns:a16="http://schemas.microsoft.com/office/drawing/2014/main" id="{63E3776C-FFB1-7437-DBF0-D38CD953D620}"/>
              </a:ext>
            </a:extLst>
          </p:cNvPr>
          <p:cNvSpPr txBox="1">
            <a:spLocks/>
          </p:cNvSpPr>
          <p:nvPr/>
        </p:nvSpPr>
        <p:spPr>
          <a:xfrm>
            <a:off x="4836003" y="2858143"/>
            <a:ext cx="2519998" cy="308981"/>
          </a:xfrm>
          <a:prstGeom prst="rect">
            <a:avLst/>
          </a:prstGeom>
        </p:spPr>
        <p:txBody>
          <a:bodyPr anchor="ctr"/>
          <a:lstStyle>
            <a:lvl1pPr marL="0" indent="0" algn="ctr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kumimoji="0" lang="en-US" sz="1400" b="1" i="0" u="none" strike="noStrike" kern="0" cap="none" spc="0" normalizeH="0" baseline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1401">
                <a:solidFill>
                  <a:schemeClr val="accent1"/>
                </a:solidFill>
              </a:rPr>
              <a:t>Title 2</a:t>
            </a:r>
          </a:p>
        </p:txBody>
      </p:sp>
      <p:sp>
        <p:nvSpPr>
          <p:cNvPr id="22" name="Text Placeholder 125">
            <a:extLst>
              <a:ext uri="{FF2B5EF4-FFF2-40B4-BE49-F238E27FC236}">
                <a16:creationId xmlns:a16="http://schemas.microsoft.com/office/drawing/2014/main" id="{9E056A03-3441-7417-AB33-546503F263F9}"/>
              </a:ext>
            </a:extLst>
          </p:cNvPr>
          <p:cNvSpPr txBox="1">
            <a:spLocks/>
          </p:cNvSpPr>
          <p:nvPr/>
        </p:nvSpPr>
        <p:spPr>
          <a:xfrm>
            <a:off x="8762691" y="2858143"/>
            <a:ext cx="2519998" cy="308981"/>
          </a:xfrm>
          <a:prstGeom prst="rect">
            <a:avLst/>
          </a:prstGeom>
        </p:spPr>
        <p:txBody>
          <a:bodyPr anchor="ctr"/>
          <a:lstStyle>
            <a:lvl1pPr marL="0" indent="0" algn="ctr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kumimoji="0" lang="en-US" sz="1400" b="1" i="0" u="none" strike="noStrike" kern="0" cap="none" spc="0" normalizeH="0" baseline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1401">
                <a:solidFill>
                  <a:schemeClr val="accent1"/>
                </a:solidFill>
              </a:rPr>
              <a:t>Title 3</a:t>
            </a:r>
          </a:p>
        </p:txBody>
      </p:sp>
    </p:spTree>
    <p:extLst>
      <p:ext uri="{BB962C8B-B14F-4D97-AF65-F5344CB8AC3E}">
        <p14:creationId xmlns:p14="http://schemas.microsoft.com/office/powerpoint/2010/main" val="10943960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0524A330-C57B-4E52-8D3A-4C7EE8B402D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53846033"/>
              </p:ext>
            </p:extLst>
          </p:nvPr>
        </p:nvGraphicFramePr>
        <p:xfrm>
          <a:off x="1588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47" imgH="348" progId="TCLayout.ActiveDocument.1">
                  <p:embed/>
                </p:oleObj>
              </mc:Choice>
              <mc:Fallback>
                <p:oleObj name="think-cell Slide" r:id="rId4" imgW="347" imgH="348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0524A330-C57B-4E52-8D3A-4C7EE8B402D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Title 34">
            <a:extLst>
              <a:ext uri="{FF2B5EF4-FFF2-40B4-BE49-F238E27FC236}">
                <a16:creationId xmlns:a16="http://schemas.microsoft.com/office/drawing/2014/main" id="{7AC5A135-3031-2C30-79C9-8EF657879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07E590FE-7512-41EA-A8DA-EF542F18A48A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9203624" y="2509838"/>
            <a:ext cx="2571750" cy="323850"/>
          </a:xfrm>
        </p:spPr>
        <p:txBody>
          <a:bodyPr anchor="t"/>
          <a:lstStyle/>
          <a:p>
            <a:r>
              <a:rPr lang="en-US" sz="1801" dirty="0"/>
              <a:t>04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F7E215-31A2-4302-BF23-E7326FACB224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314500" y="2509838"/>
            <a:ext cx="2571750" cy="323850"/>
          </a:xfrm>
        </p:spPr>
        <p:txBody>
          <a:bodyPr anchor="t"/>
          <a:lstStyle/>
          <a:p>
            <a:pPr>
              <a:spcAft>
                <a:spcPts val="300"/>
              </a:spcAft>
            </a:pPr>
            <a:r>
              <a:rPr lang="en-US" sz="1801" dirty="0"/>
              <a:t>01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CD5AF07-7888-416F-8B9F-B2F83922B878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3291858" y="2509838"/>
            <a:ext cx="2571750" cy="323850"/>
          </a:xfrm>
        </p:spPr>
        <p:txBody>
          <a:bodyPr anchor="t"/>
          <a:lstStyle/>
          <a:p>
            <a:r>
              <a:rPr lang="en-US" sz="1801" dirty="0"/>
              <a:t>02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4A6AEB2-3687-4240-A1AE-7040CC277E7D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6226286" y="2509838"/>
            <a:ext cx="2571750" cy="323850"/>
          </a:xfrm>
        </p:spPr>
        <p:txBody>
          <a:bodyPr anchor="t"/>
          <a:lstStyle/>
          <a:p>
            <a:r>
              <a:rPr lang="en-US" sz="1801" dirty="0"/>
              <a:t>03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89114F-5CA1-4130-B28B-3D3D29EB53F8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640149" y="2509838"/>
            <a:ext cx="2571750" cy="323850"/>
          </a:xfrm>
        </p:spPr>
        <p:txBody>
          <a:bodyPr anchor="t">
            <a:spAutoFit/>
          </a:bodyPr>
          <a:lstStyle/>
          <a:p>
            <a:r>
              <a:rPr lang="en-US" dirty="0"/>
              <a:t>Title 1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0FF717B-CF12-4AD7-87A5-0C07393CA607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3633516" y="2509838"/>
            <a:ext cx="2571750" cy="323850"/>
          </a:xfrm>
        </p:spPr>
        <p:txBody>
          <a:bodyPr anchor="t">
            <a:spAutoFit/>
          </a:bodyPr>
          <a:lstStyle/>
          <a:p>
            <a:r>
              <a:rPr lang="en-US" dirty="0"/>
              <a:t>Title 2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969769F-2BAB-4D4B-81B1-9AF268EEB356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6561621" y="2509838"/>
            <a:ext cx="2571750" cy="323850"/>
          </a:xfrm>
        </p:spPr>
        <p:txBody>
          <a:bodyPr anchor="t">
            <a:spAutoFit/>
          </a:bodyPr>
          <a:lstStyle/>
          <a:p>
            <a:r>
              <a:rPr lang="en-US" dirty="0"/>
              <a:t>Title 3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5CF2F24-2FD8-4A93-8459-B5972B78C162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9620250" y="2509838"/>
            <a:ext cx="2571750" cy="323850"/>
          </a:xfrm>
        </p:spPr>
        <p:txBody>
          <a:bodyPr anchor="t">
            <a:spAutoFit/>
          </a:bodyPr>
          <a:lstStyle/>
          <a:p>
            <a:r>
              <a:rPr lang="en-US" dirty="0"/>
              <a:t>Title 4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D25F98AE-018F-4FF0-8BAD-9154599C2850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390238" y="2927350"/>
            <a:ext cx="2571750" cy="1665288"/>
          </a:xfrm>
        </p:spPr>
        <p:txBody>
          <a:bodyPr/>
          <a:lstStyle/>
          <a:p>
            <a:pPr marL="228604" indent="-228604">
              <a:buFont typeface="Arial" panose="020B0604020202020204" pitchFamily="34" charset="0"/>
              <a:buChar char="•"/>
            </a:pPr>
            <a:r>
              <a:rPr lang="en-AU" dirty="0"/>
              <a:t>Point 1</a:t>
            </a:r>
          </a:p>
          <a:p>
            <a:pPr marL="228604" indent="-228604">
              <a:buFont typeface="Arial" panose="020B0604020202020204" pitchFamily="34" charset="0"/>
              <a:buChar char="•"/>
            </a:pPr>
            <a:r>
              <a:rPr lang="en-AU" dirty="0"/>
              <a:t>Point 2</a:t>
            </a:r>
          </a:p>
          <a:p>
            <a:pPr marL="228604" indent="-228604">
              <a:buFont typeface="Arial" panose="020B0604020202020204" pitchFamily="34" charset="0"/>
              <a:buChar char="•"/>
            </a:pPr>
            <a:r>
              <a:rPr lang="en-AU" dirty="0"/>
              <a:t>Point 3</a:t>
            </a:r>
          </a:p>
          <a:p>
            <a:pPr marL="228604" indent="-228604">
              <a:buFont typeface="Arial" panose="020B0604020202020204" pitchFamily="34" charset="0"/>
              <a:buChar char="•"/>
            </a:pPr>
            <a:endParaRPr lang="en-AU" dirty="0"/>
          </a:p>
          <a:p>
            <a:pPr marL="228604" indent="-228604">
              <a:buFont typeface="Arial" panose="020B0604020202020204" pitchFamily="34" charset="0"/>
              <a:buChar char="•"/>
            </a:pPr>
            <a:endParaRPr lang="en-AU" dirty="0"/>
          </a:p>
          <a:p>
            <a:pPr marL="228604" indent="-228604">
              <a:buFont typeface="Arial" panose="020B0604020202020204" pitchFamily="34" charset="0"/>
              <a:buChar char="•"/>
            </a:pPr>
            <a:endParaRPr lang="en-AU" dirty="0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89CF9AEB-63A7-4758-8A12-21078C3374D4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3346168" y="2927350"/>
            <a:ext cx="2571750" cy="1665288"/>
          </a:xfrm>
        </p:spPr>
        <p:txBody>
          <a:bodyPr/>
          <a:lstStyle/>
          <a:p>
            <a:pPr marL="228604" indent="-228604">
              <a:buFont typeface="Arial" panose="020B0604020202020204" pitchFamily="34" charset="0"/>
              <a:buChar char="•"/>
            </a:pPr>
            <a:r>
              <a:rPr lang="en-AU" dirty="0"/>
              <a:t>Point 1</a:t>
            </a:r>
          </a:p>
          <a:p>
            <a:pPr marL="228604" indent="-228604">
              <a:buFont typeface="Arial" panose="020B0604020202020204" pitchFamily="34" charset="0"/>
              <a:buChar char="•"/>
            </a:pPr>
            <a:r>
              <a:rPr lang="en-AU" dirty="0"/>
              <a:t>Point 2</a:t>
            </a:r>
          </a:p>
          <a:p>
            <a:pPr marL="228604" indent="-228604">
              <a:buFont typeface="Arial" panose="020B0604020202020204" pitchFamily="34" charset="0"/>
              <a:buChar char="•"/>
            </a:pPr>
            <a:r>
              <a:rPr lang="en-AU" dirty="0"/>
              <a:t>Point 3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F28B7F7E-30A5-49D4-B8A7-FB47C3FFB8BE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9258029" y="2927350"/>
            <a:ext cx="2571750" cy="1665288"/>
          </a:xfrm>
        </p:spPr>
        <p:txBody>
          <a:bodyPr/>
          <a:lstStyle/>
          <a:p>
            <a:pPr marL="228604" indent="-228604">
              <a:buFont typeface="Arial" panose="020B0604020202020204" pitchFamily="34" charset="0"/>
              <a:buChar char="•"/>
            </a:pPr>
            <a:r>
              <a:rPr lang="en-AU" dirty="0"/>
              <a:t>Point 1</a:t>
            </a:r>
          </a:p>
          <a:p>
            <a:pPr marL="228604" indent="-228604">
              <a:buFont typeface="Arial" panose="020B0604020202020204" pitchFamily="34" charset="0"/>
              <a:buChar char="•"/>
            </a:pPr>
            <a:r>
              <a:rPr lang="en-AU" dirty="0"/>
              <a:t>Point 2</a:t>
            </a:r>
          </a:p>
          <a:p>
            <a:pPr marL="228604" indent="-228604">
              <a:buFont typeface="Arial" panose="020B0604020202020204" pitchFamily="34" charset="0"/>
              <a:buChar char="•"/>
            </a:pPr>
            <a:r>
              <a:rPr lang="en-AU" dirty="0"/>
              <a:t>Point 3</a:t>
            </a: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53A12194-F397-48FA-BAE7-51A61215E03C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6302099" y="2927350"/>
            <a:ext cx="2571750" cy="1665288"/>
          </a:xfrm>
        </p:spPr>
        <p:txBody>
          <a:bodyPr/>
          <a:lstStyle/>
          <a:p>
            <a:pPr marL="228604" indent="-228604">
              <a:buFont typeface="Arial" panose="020B0604020202020204" pitchFamily="34" charset="0"/>
              <a:buChar char="•"/>
            </a:pPr>
            <a:r>
              <a:rPr lang="en-AU" dirty="0"/>
              <a:t>Point 1</a:t>
            </a:r>
          </a:p>
          <a:p>
            <a:pPr marL="228604" indent="-228604">
              <a:buFont typeface="Arial" panose="020B0604020202020204" pitchFamily="34" charset="0"/>
              <a:buChar char="•"/>
            </a:pPr>
            <a:r>
              <a:rPr lang="en-AU" dirty="0"/>
              <a:t>Point 2</a:t>
            </a:r>
          </a:p>
          <a:p>
            <a:pPr marL="228604" indent="-228604">
              <a:buFont typeface="Arial" panose="020B0604020202020204" pitchFamily="34" charset="0"/>
              <a:buChar char="•"/>
            </a:pPr>
            <a:r>
              <a:rPr lang="en-AU" dirty="0"/>
              <a:t>Point 3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2A59687-0A1F-4ADC-BFEA-49B4B7C16BC8}"/>
              </a:ext>
            </a:extLst>
          </p:cNvPr>
          <p:cNvCxnSpPr/>
          <p:nvPr/>
        </p:nvCxnSpPr>
        <p:spPr>
          <a:xfrm>
            <a:off x="390238" y="2851716"/>
            <a:ext cx="2571749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83E4034-2343-4B19-8067-A66209D3AE89}"/>
              </a:ext>
            </a:extLst>
          </p:cNvPr>
          <p:cNvCxnSpPr/>
          <p:nvPr/>
        </p:nvCxnSpPr>
        <p:spPr>
          <a:xfrm>
            <a:off x="3346168" y="2851716"/>
            <a:ext cx="2571749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D2FB19E-076C-4080-BAE0-B69A89F176A1}"/>
              </a:ext>
            </a:extLst>
          </p:cNvPr>
          <p:cNvCxnSpPr/>
          <p:nvPr/>
        </p:nvCxnSpPr>
        <p:spPr>
          <a:xfrm>
            <a:off x="6302099" y="2851716"/>
            <a:ext cx="2571749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6A9B484-6C23-4782-82A1-7467608CCFDB}"/>
              </a:ext>
            </a:extLst>
          </p:cNvPr>
          <p:cNvCxnSpPr/>
          <p:nvPr/>
        </p:nvCxnSpPr>
        <p:spPr>
          <a:xfrm>
            <a:off x="9258030" y="2851716"/>
            <a:ext cx="2571749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Group 44">
            <a:extLst>
              <a:ext uri="{FF2B5EF4-FFF2-40B4-BE49-F238E27FC236}">
                <a16:creationId xmlns:a16="http://schemas.microsoft.com/office/drawing/2014/main" id="{13F4ACD7-F01E-EEE7-A449-9E09ED065764}"/>
              </a:ext>
            </a:extLst>
          </p:cNvPr>
          <p:cNvGrpSpPr/>
          <p:nvPr/>
        </p:nvGrpSpPr>
        <p:grpSpPr>
          <a:xfrm>
            <a:off x="381001" y="1446643"/>
            <a:ext cx="11429998" cy="700596"/>
            <a:chOff x="381000" y="1202883"/>
            <a:chExt cx="11429999" cy="890708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865E6F2A-5CFA-478E-863E-B21E0AAC838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473" y="1276075"/>
              <a:ext cx="11120582" cy="748368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tabLst>
                  <a:tab pos="9061564" algn="l"/>
                </a:tabLst>
              </a:pPr>
              <a:r>
                <a:rPr lang="en-US" sz="1401"/>
                <a:t>Additional info/context</a:t>
              </a:r>
              <a:endParaRPr lang="en-US" sz="1401">
                <a:highlight>
                  <a:srgbClr val="FFFF00"/>
                </a:highlight>
              </a:endParaRPr>
            </a:p>
          </p:txBody>
        </p:sp>
        <p:sp>
          <p:nvSpPr>
            <p:cNvPr id="34" name="Rectangle 4">
              <a:extLst>
                <a:ext uri="{FF2B5EF4-FFF2-40B4-BE49-F238E27FC236}">
                  <a16:creationId xmlns:a16="http://schemas.microsoft.com/office/drawing/2014/main" id="{CE446961-604D-4F85-A919-CFAF380313E8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81000" y="1202883"/>
              <a:ext cx="11429999" cy="890708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  <a:miter lim="800000"/>
              <a:headEnd/>
              <a:tailEnd/>
            </a:ln>
            <a:effectLst/>
          </p:spPr>
          <p:txBody>
            <a:bodyPr wrap="none" tIns="91440" bIns="91440" anchor="ctr" anchorCtr="0"/>
            <a:lstStyle/>
            <a:p>
              <a:pPr marL="0" lvl="1" fontAlgn="base">
                <a:spcBef>
                  <a:spcPts val="201"/>
                </a:spcBef>
                <a:spcAft>
                  <a:spcPct val="0"/>
                </a:spcAft>
                <a:buClr>
                  <a:schemeClr val="bg1"/>
                </a:buClr>
              </a:pPr>
              <a:endParaRPr lang="en-US" sz="1100">
                <a:solidFill>
                  <a:schemeClr val="bg1"/>
                </a:solidFill>
              </a:endParaRP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43C41CDB-D27F-BAEC-6874-D43850121A95}"/>
              </a:ext>
            </a:extLst>
          </p:cNvPr>
          <p:cNvSpPr/>
          <p:nvPr/>
        </p:nvSpPr>
        <p:spPr>
          <a:xfrm>
            <a:off x="1930398" y="5748749"/>
            <a:ext cx="10000668" cy="596270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accent3"/>
            </a:solidFill>
            <a:prstDash val="solid"/>
            <a:headEnd type="none" w="med" len="med"/>
            <a:tailEnd type="none" w="med" len="med"/>
          </a:ln>
          <a:effectLst/>
        </p:spPr>
        <p:txBody>
          <a:bodyPr wrap="square" lIns="91440" tIns="91440" rIns="91440" bIns="91440" rtlCol="0" anchor="ctr">
            <a:noAutofit/>
          </a:bodyPr>
          <a:lstStyle/>
          <a:p>
            <a:pPr marL="171453" indent="-171453" defTabSz="1109676">
              <a:spcAft>
                <a:spcPts val="400"/>
              </a:spcAft>
              <a:buFont typeface="Wingdings" panose="05000000000000000000" pitchFamily="2" charset="2"/>
              <a:buChar char="§"/>
              <a:defRPr/>
            </a:pPr>
            <a:r>
              <a:rPr lang="en-US" sz="1200" kern="0">
                <a:solidFill>
                  <a:srgbClr val="000000"/>
                </a:solidFill>
                <a:latin typeface="Proxima Nova Rg"/>
                <a:cs typeface="Arial" panose="020B0604020202020204" pitchFamily="34" charset="0"/>
              </a:rPr>
              <a:t>Question 1</a:t>
            </a:r>
          </a:p>
          <a:p>
            <a:pPr marL="171453" indent="-171453" defTabSz="1109676">
              <a:spcAft>
                <a:spcPts val="400"/>
              </a:spcAft>
              <a:buFont typeface="Wingdings" panose="05000000000000000000" pitchFamily="2" charset="2"/>
              <a:buChar char="§"/>
              <a:defRPr/>
            </a:pPr>
            <a:r>
              <a:rPr lang="en-US" sz="1200" kern="0">
                <a:solidFill>
                  <a:srgbClr val="000000"/>
                </a:solidFill>
                <a:latin typeface="Proxima Nova Rg"/>
                <a:cs typeface="Arial" panose="020B0604020202020204" pitchFamily="34" charset="0"/>
              </a:rPr>
              <a:t>Question 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3C32C23-681D-5FC9-7FCB-9F2D43D7C433}"/>
              </a:ext>
            </a:extLst>
          </p:cNvPr>
          <p:cNvSpPr/>
          <p:nvPr/>
        </p:nvSpPr>
        <p:spPr>
          <a:xfrm>
            <a:off x="501070" y="5748749"/>
            <a:ext cx="1429326" cy="596270"/>
          </a:xfrm>
          <a:prstGeom prst="rect">
            <a:avLst/>
          </a:prstGeom>
          <a:solidFill>
            <a:schemeClr val="accent1">
              <a:lumMod val="10000"/>
              <a:lumOff val="90000"/>
            </a:schemeClr>
          </a:solidFill>
          <a:ln w="12700" cap="flat" cmpd="sng" algn="ctr">
            <a:solidFill>
              <a:schemeClr val="accent3"/>
            </a:solidFill>
            <a:prstDash val="solid"/>
            <a:headEnd type="none" w="med" len="med"/>
            <a:tailEnd type="none" w="med" len="med"/>
          </a:ln>
          <a:effectLst/>
        </p:spPr>
        <p:txBody>
          <a:bodyPr lIns="91440" tIns="91440" rIns="91440" bIns="91440" rtlCol="0" anchor="ctr">
            <a:noAutofit/>
          </a:bodyPr>
          <a:lstStyle/>
          <a:p>
            <a:pPr defTabSz="914411">
              <a:spcAft>
                <a:spcPts val="601"/>
              </a:spcAft>
              <a:defRPr/>
            </a:pPr>
            <a:r>
              <a:rPr lang="en-US" sz="1200" b="1" kern="0">
                <a:solidFill>
                  <a:srgbClr val="000000"/>
                </a:solidFill>
                <a:latin typeface="Proxima Nova Rg"/>
                <a:cs typeface="Arial" panose="020B0604020202020204" pitchFamily="34" charset="0"/>
              </a:rPr>
              <a:t>Questions</a:t>
            </a: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D120FC2D-746C-9F7D-D94A-3F45CA1C55C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27536" y="5929195"/>
            <a:ext cx="235378" cy="235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2887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" name="Object 33" hidden="1">
            <a:extLst>
              <a:ext uri="{FF2B5EF4-FFF2-40B4-BE49-F238E27FC236}">
                <a16:creationId xmlns:a16="http://schemas.microsoft.com/office/drawing/2014/main" id="{A2A5B29E-34BC-922C-C5CC-A52F4192C46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01803095"/>
              </p:ext>
            </p:extLst>
          </p:nvPr>
        </p:nvGraphicFramePr>
        <p:xfrm>
          <a:off x="1588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34" name="Object 33" hidden="1">
                        <a:extLst>
                          <a:ext uri="{FF2B5EF4-FFF2-40B4-BE49-F238E27FC236}">
                            <a16:creationId xmlns:a16="http://schemas.microsoft.com/office/drawing/2014/main" id="{A2A5B29E-34BC-922C-C5CC-A52F4192C46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AEBDF5CF-0680-EDED-3DF5-192C1140CFA2}"/>
              </a:ext>
            </a:extLst>
          </p:cNvPr>
          <p:cNvSpPr txBox="1">
            <a:spLocks/>
          </p:cNvSpPr>
          <p:nvPr/>
        </p:nvSpPr>
        <p:spPr>
          <a:xfrm>
            <a:off x="1447801" y="4400551"/>
            <a:ext cx="2419349" cy="99060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/>
          <a:lstStyle>
            <a:lvl1pPr marL="0" indent="0" algn="ctr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kumimoji="0" lang="en-US" sz="1400" b="1" i="0" u="none" strike="noStrike" kern="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1401"/>
              <a:t>Event 4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83401EB9-D8C0-2134-4B44-C09BE1641A0E}"/>
              </a:ext>
            </a:extLst>
          </p:cNvPr>
          <p:cNvSpPr txBox="1">
            <a:spLocks/>
          </p:cNvSpPr>
          <p:nvPr/>
        </p:nvSpPr>
        <p:spPr>
          <a:xfrm>
            <a:off x="8010526" y="4400551"/>
            <a:ext cx="2419349" cy="99060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/>
          <a:lstStyle>
            <a:lvl1pPr marL="0" indent="0" algn="ctr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kumimoji="0" lang="en-US" sz="1400" b="1" i="0" u="none" strike="noStrike" kern="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1401"/>
              <a:t>Event 6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05DD25DB-2BFA-F005-AB0D-F6F9BA88C25F}"/>
              </a:ext>
            </a:extLst>
          </p:cNvPr>
          <p:cNvSpPr txBox="1">
            <a:spLocks/>
          </p:cNvSpPr>
          <p:nvPr/>
        </p:nvSpPr>
        <p:spPr>
          <a:xfrm>
            <a:off x="4757737" y="4400551"/>
            <a:ext cx="2419349" cy="99060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/>
          <a:lstStyle>
            <a:lvl1pPr marL="0" indent="0" algn="ctr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kumimoji="0" lang="en-US" sz="1400" b="1" i="0" u="none" strike="noStrike" kern="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kumimoji="0" lang="en-US" sz="1100" b="1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+mn-cs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kumimoji="0" lang="en-US" sz="1100" b="1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+mn-cs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kumimoji="0" lang="en-US" sz="1100" b="1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+mn-cs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kumimoji="0" lang="en-US" sz="1100" b="1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+mn-cs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1401"/>
              <a:t>Event 5</a:t>
            </a:r>
          </a:p>
        </p:txBody>
      </p:sp>
      <p:sp>
        <p:nvSpPr>
          <p:cNvPr id="16" name="Text Placeholder 25">
            <a:extLst>
              <a:ext uri="{FF2B5EF4-FFF2-40B4-BE49-F238E27FC236}">
                <a16:creationId xmlns:a16="http://schemas.microsoft.com/office/drawing/2014/main" id="{D8B549B5-AEAC-391F-12DF-A4883E3EE9AE}"/>
              </a:ext>
            </a:extLst>
          </p:cNvPr>
          <p:cNvSpPr txBox="1">
            <a:spLocks/>
          </p:cNvSpPr>
          <p:nvPr/>
        </p:nvSpPr>
        <p:spPr>
          <a:xfrm>
            <a:off x="8010526" y="2343150"/>
            <a:ext cx="2419349" cy="99060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/>
          <a:lstStyle>
            <a:lvl1pPr marL="0" indent="0" algn="ctr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kumimoji="0" lang="en-US" sz="1400" b="1" i="0" u="none" strike="noStrike" kern="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1401"/>
              <a:t>Event 3</a:t>
            </a:r>
          </a:p>
        </p:txBody>
      </p:sp>
      <p:sp>
        <p:nvSpPr>
          <p:cNvPr id="17" name="Text Placeholder 25">
            <a:extLst>
              <a:ext uri="{FF2B5EF4-FFF2-40B4-BE49-F238E27FC236}">
                <a16:creationId xmlns:a16="http://schemas.microsoft.com/office/drawing/2014/main" id="{17B0BAA4-6B47-AFA9-37A0-3818D5C84A02}"/>
              </a:ext>
            </a:extLst>
          </p:cNvPr>
          <p:cNvSpPr txBox="1">
            <a:spLocks/>
          </p:cNvSpPr>
          <p:nvPr/>
        </p:nvSpPr>
        <p:spPr>
          <a:xfrm>
            <a:off x="1447801" y="2343150"/>
            <a:ext cx="2419349" cy="99060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/>
          <a:lstStyle>
            <a:lvl1pPr marL="0" indent="0" algn="ctr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kumimoji="0" lang="en-US" sz="1400" b="1" i="0" u="none" strike="noStrike" kern="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1401"/>
              <a:t>Event 1</a:t>
            </a:r>
          </a:p>
        </p:txBody>
      </p:sp>
      <p:sp>
        <p:nvSpPr>
          <p:cNvPr id="32" name="Text Placeholder 25">
            <a:extLst>
              <a:ext uri="{FF2B5EF4-FFF2-40B4-BE49-F238E27FC236}">
                <a16:creationId xmlns:a16="http://schemas.microsoft.com/office/drawing/2014/main" id="{7123D1EC-B7F7-12EB-7176-1E930D976304}"/>
              </a:ext>
            </a:extLst>
          </p:cNvPr>
          <p:cNvSpPr txBox="1">
            <a:spLocks/>
          </p:cNvSpPr>
          <p:nvPr/>
        </p:nvSpPr>
        <p:spPr>
          <a:xfrm>
            <a:off x="4714875" y="2343150"/>
            <a:ext cx="2419349" cy="99060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/>
          <a:lstStyle>
            <a:lvl1pPr marL="0" indent="0" algn="ctr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kumimoji="0" lang="en-US" sz="1400" b="1" i="0" u="none" strike="noStrike" kern="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1401"/>
              <a:t>Event 2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58B05A5-B63B-3299-72C5-3694ACBB5D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183599-0F20-4188-F46F-40D64B222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38" name="Title 37">
            <a:extLst>
              <a:ext uri="{FF2B5EF4-FFF2-40B4-BE49-F238E27FC236}">
                <a16:creationId xmlns:a16="http://schemas.microsoft.com/office/drawing/2014/main" id="{9CD247D3-A0C3-B999-4DBB-5DC3F6A5B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647A4506-5EA3-F5F2-583C-C8B62B271BF8}"/>
              </a:ext>
            </a:extLst>
          </p:cNvPr>
          <p:cNvSpPr txBox="1">
            <a:spLocks/>
          </p:cNvSpPr>
          <p:nvPr/>
        </p:nvSpPr>
        <p:spPr>
          <a:xfrm>
            <a:off x="4714875" y="2343150"/>
            <a:ext cx="2419349" cy="990601"/>
          </a:xfrm>
          <a:prstGeom prst="rect">
            <a:avLst/>
          </a:prstGeom>
          <a:noFill/>
        </p:spPr>
        <p:txBody>
          <a:bodyPr anchor="ctr"/>
          <a:lstStyle>
            <a:lvl1pPr marL="0" indent="0" algn="ctr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kumimoji="0" lang="en-US" sz="1400" b="1" i="0" u="none" strike="noStrike" kern="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1401"/>
              <a:t>Event 2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D0E73B3-D6DE-E291-151A-7D78B3299395}"/>
              </a:ext>
            </a:extLst>
          </p:cNvPr>
          <p:cNvCxnSpPr>
            <a:cxnSpLocks/>
          </p:cNvCxnSpPr>
          <p:nvPr/>
        </p:nvCxnSpPr>
        <p:spPr>
          <a:xfrm>
            <a:off x="3867151" y="2838451"/>
            <a:ext cx="847724" cy="0"/>
          </a:xfrm>
          <a:prstGeom prst="straightConnector1">
            <a:avLst/>
          </a:prstGeom>
          <a:noFill/>
          <a:ln w="19050" cap="flat" cmpd="sng" algn="ctr">
            <a:solidFill>
              <a:schemeClr val="accent1">
                <a:lumMod val="50000"/>
              </a:schemeClr>
            </a:solidFill>
            <a:prstDash val="solid"/>
            <a:headEnd type="none" w="med" len="med"/>
            <a:tailEnd type="triangle"/>
          </a:ln>
          <a:effectLst/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BA7613A-3640-1B88-5662-D5D8E0E5C42A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7134225" y="2838451"/>
            <a:ext cx="876300" cy="0"/>
          </a:xfrm>
          <a:prstGeom prst="straightConnector1">
            <a:avLst/>
          </a:prstGeom>
          <a:noFill/>
          <a:ln w="19050" cap="flat" cmpd="sng" algn="ctr">
            <a:solidFill>
              <a:schemeClr val="accent1">
                <a:lumMod val="50000"/>
              </a:schemeClr>
            </a:solidFill>
            <a:prstDash val="solid"/>
            <a:headEnd type="none" w="med" len="med"/>
            <a:tailEnd type="triangle"/>
          </a:ln>
          <a:effectLst/>
        </p:spPr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22D5944-3EBC-C4CE-5BAB-2F3F54D119BF}"/>
              </a:ext>
            </a:extLst>
          </p:cNvPr>
          <p:cNvCxnSpPr>
            <a:cxnSpLocks/>
          </p:cNvCxnSpPr>
          <p:nvPr/>
        </p:nvCxnSpPr>
        <p:spPr>
          <a:xfrm>
            <a:off x="3867151" y="4895850"/>
            <a:ext cx="890587" cy="0"/>
          </a:xfrm>
          <a:prstGeom prst="straightConnector1">
            <a:avLst/>
          </a:prstGeom>
          <a:noFill/>
          <a:ln w="19050" cap="flat" cmpd="sng" algn="ctr">
            <a:solidFill>
              <a:schemeClr val="accent1">
                <a:lumMod val="50000"/>
              </a:schemeClr>
            </a:solidFill>
            <a:prstDash val="solid"/>
            <a:headEnd type="none" w="med" len="med"/>
            <a:tailEnd type="triangle"/>
          </a:ln>
          <a:effectLst/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450A795-A10B-F820-B71F-4E50A880F247}"/>
              </a:ext>
            </a:extLst>
          </p:cNvPr>
          <p:cNvCxnSpPr>
            <a:cxnSpLocks/>
          </p:cNvCxnSpPr>
          <p:nvPr/>
        </p:nvCxnSpPr>
        <p:spPr>
          <a:xfrm>
            <a:off x="7177087" y="4895850"/>
            <a:ext cx="833438" cy="0"/>
          </a:xfrm>
          <a:prstGeom prst="straightConnector1">
            <a:avLst/>
          </a:prstGeom>
          <a:noFill/>
          <a:ln w="19050" cap="flat" cmpd="sng" algn="ctr">
            <a:solidFill>
              <a:schemeClr val="accent1">
                <a:lumMod val="50000"/>
              </a:schemeClr>
            </a:solidFill>
            <a:prstDash val="solid"/>
            <a:headEnd type="none" w="med" len="med"/>
            <a:tailEnd type="triangle"/>
          </a:ln>
          <a:effectLst/>
        </p:spPr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6463A24-7BAC-43AD-39A6-9E4C40B763E3}"/>
              </a:ext>
            </a:extLst>
          </p:cNvPr>
          <p:cNvCxnSpPr>
            <a:cxnSpLocks/>
          </p:cNvCxnSpPr>
          <p:nvPr/>
        </p:nvCxnSpPr>
        <p:spPr>
          <a:xfrm>
            <a:off x="370417" y="1899283"/>
            <a:ext cx="11459365" cy="0"/>
          </a:xfrm>
          <a:prstGeom prst="line">
            <a:avLst/>
          </a:prstGeom>
          <a:noFill/>
          <a:ln w="127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/>
        </p:spPr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BADA11E-60A0-5E79-C155-1B233017C713}"/>
              </a:ext>
            </a:extLst>
          </p:cNvPr>
          <p:cNvGrpSpPr/>
          <p:nvPr/>
        </p:nvGrpSpPr>
        <p:grpSpPr>
          <a:xfrm>
            <a:off x="1447801" y="2838449"/>
            <a:ext cx="9499129" cy="2057401"/>
            <a:chOff x="1447801" y="2838450"/>
            <a:chExt cx="9499129" cy="1990798"/>
          </a:xfrm>
        </p:grpSpPr>
        <p:cxnSp>
          <p:nvCxnSpPr>
            <p:cNvPr id="24" name="Connector: Elbow 23">
              <a:extLst>
                <a:ext uri="{FF2B5EF4-FFF2-40B4-BE49-F238E27FC236}">
                  <a16:creationId xmlns:a16="http://schemas.microsoft.com/office/drawing/2014/main" id="{69C8920C-DA0F-30EB-9805-2DD26D93500C}"/>
                </a:ext>
              </a:extLst>
            </p:cNvPr>
            <p:cNvCxnSpPr>
              <a:cxnSpLocks/>
              <a:endCxn id="9" idx="1"/>
            </p:cNvCxnSpPr>
            <p:nvPr userDrawn="1"/>
          </p:nvCxnSpPr>
          <p:spPr>
            <a:xfrm rot="10800000" flipV="1">
              <a:off x="1447801" y="3829050"/>
              <a:ext cx="9499129" cy="1000198"/>
            </a:xfrm>
            <a:prstGeom prst="bentConnector3">
              <a:avLst>
                <a:gd name="adj1" fmla="val 105495"/>
              </a:avLst>
            </a:prstGeom>
            <a:noFill/>
            <a:ln w="19050" cap="flat" cmpd="sng" algn="ctr">
              <a:solidFill>
                <a:schemeClr val="accent1">
                  <a:lumMod val="50000"/>
                </a:schemeClr>
              </a:solidFill>
              <a:prstDash val="solid"/>
              <a:headEnd type="none" w="med" len="med"/>
              <a:tailEnd type="triangle"/>
            </a:ln>
            <a:effectLst/>
          </p:spPr>
        </p:cxnSp>
        <p:cxnSp>
          <p:nvCxnSpPr>
            <p:cNvPr id="25" name="Connector: Elbow 24">
              <a:extLst>
                <a:ext uri="{FF2B5EF4-FFF2-40B4-BE49-F238E27FC236}">
                  <a16:creationId xmlns:a16="http://schemas.microsoft.com/office/drawing/2014/main" id="{3207E5FA-2580-5CB0-3F11-32CE8A3537A0}"/>
                </a:ext>
              </a:extLst>
            </p:cNvPr>
            <p:cNvCxnSpPr>
              <a:stCxn id="16" idx="3"/>
            </p:cNvCxnSpPr>
            <p:nvPr userDrawn="1"/>
          </p:nvCxnSpPr>
          <p:spPr>
            <a:xfrm>
              <a:off x="10429875" y="2838450"/>
              <a:ext cx="517048" cy="997198"/>
            </a:xfrm>
            <a:prstGeom prst="bentConnector2">
              <a:avLst/>
            </a:prstGeom>
            <a:ln w="19050">
              <a:solidFill>
                <a:schemeClr val="accent1">
                  <a:lumMod val="50000"/>
                </a:schemeClr>
              </a:solidFill>
              <a:prstDash val="solid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Oval 25">
            <a:extLst>
              <a:ext uri="{FF2B5EF4-FFF2-40B4-BE49-F238E27FC236}">
                <a16:creationId xmlns:a16="http://schemas.microsoft.com/office/drawing/2014/main" id="{0793BEA1-B034-B43A-AF2B-E73B4D1B84BE}"/>
              </a:ext>
            </a:extLst>
          </p:cNvPr>
          <p:cNvSpPr/>
          <p:nvPr/>
        </p:nvSpPr>
        <p:spPr>
          <a:xfrm>
            <a:off x="4543426" y="2228851"/>
            <a:ext cx="342900" cy="342900"/>
          </a:xfrm>
          <a:prstGeom prst="ellipse">
            <a:avLst/>
          </a:prstGeom>
          <a:solidFill>
            <a:srgbClr val="48BBC5"/>
          </a:solidFill>
          <a:ln w="19050" cap="flat" cmpd="sng" algn="ctr">
            <a:solidFill>
              <a:srgbClr val="48BBC5">
                <a:lumMod val="50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 defTabSz="914411">
              <a:defRPr/>
            </a:pPr>
            <a:r>
              <a:rPr lang="en-US" sz="1401" b="1" kern="0">
                <a:solidFill>
                  <a:srgbClr val="FFFFFF"/>
                </a:solidFill>
                <a:latin typeface="Proxima Nova Rg"/>
              </a:rPr>
              <a:t>2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96388DF-D543-10FE-A7EB-E9D2F0812BEB}"/>
              </a:ext>
            </a:extLst>
          </p:cNvPr>
          <p:cNvSpPr/>
          <p:nvPr/>
        </p:nvSpPr>
        <p:spPr>
          <a:xfrm>
            <a:off x="7831138" y="2228851"/>
            <a:ext cx="342900" cy="342900"/>
          </a:xfrm>
          <a:prstGeom prst="ellipse">
            <a:avLst/>
          </a:prstGeom>
          <a:solidFill>
            <a:srgbClr val="48BBC5"/>
          </a:solidFill>
          <a:ln w="19050" cap="flat" cmpd="sng" algn="ctr">
            <a:solidFill>
              <a:srgbClr val="48BBC5">
                <a:lumMod val="50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 defTabSz="914411">
              <a:defRPr/>
            </a:pPr>
            <a:r>
              <a:rPr lang="en-US" sz="1401" b="1" kern="0">
                <a:solidFill>
                  <a:srgbClr val="FFFFFF"/>
                </a:solidFill>
                <a:latin typeface="Proxima Nova Rg"/>
              </a:rPr>
              <a:t>3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8D9068D8-0495-24ED-5CF8-32ED5CD82214}"/>
              </a:ext>
            </a:extLst>
          </p:cNvPr>
          <p:cNvSpPr/>
          <p:nvPr/>
        </p:nvSpPr>
        <p:spPr>
          <a:xfrm>
            <a:off x="1276351" y="4271436"/>
            <a:ext cx="342900" cy="342900"/>
          </a:xfrm>
          <a:prstGeom prst="ellipse">
            <a:avLst/>
          </a:prstGeom>
          <a:solidFill>
            <a:srgbClr val="48BBC5"/>
          </a:solidFill>
          <a:ln w="19050" cap="flat" cmpd="sng" algn="ctr">
            <a:solidFill>
              <a:srgbClr val="48BBC5">
                <a:lumMod val="50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 defTabSz="914411">
              <a:defRPr/>
            </a:pPr>
            <a:r>
              <a:rPr lang="en-US" sz="1401" b="1" kern="0">
                <a:solidFill>
                  <a:srgbClr val="FFFFFF"/>
                </a:solidFill>
                <a:latin typeface="Proxima Nova Rg"/>
              </a:rPr>
              <a:t>4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1A6D6972-C48E-2623-A3D8-0FDB7C5D023D}"/>
              </a:ext>
            </a:extLst>
          </p:cNvPr>
          <p:cNvSpPr/>
          <p:nvPr/>
        </p:nvSpPr>
        <p:spPr>
          <a:xfrm>
            <a:off x="4586289" y="4271436"/>
            <a:ext cx="342900" cy="342900"/>
          </a:xfrm>
          <a:prstGeom prst="ellipse">
            <a:avLst/>
          </a:prstGeom>
          <a:solidFill>
            <a:srgbClr val="48BBC5"/>
          </a:solidFill>
          <a:ln w="19050" cap="flat" cmpd="sng" algn="ctr">
            <a:solidFill>
              <a:srgbClr val="48BBC5">
                <a:lumMod val="50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 defTabSz="914411">
              <a:defRPr/>
            </a:pPr>
            <a:r>
              <a:rPr lang="en-US" sz="1401" b="1" kern="0">
                <a:solidFill>
                  <a:srgbClr val="FFFFFF"/>
                </a:solidFill>
                <a:latin typeface="Proxima Nova Rg"/>
              </a:rPr>
              <a:t>5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1978CDD8-A106-0628-BDDD-25D03FD3388F}"/>
              </a:ext>
            </a:extLst>
          </p:cNvPr>
          <p:cNvSpPr/>
          <p:nvPr/>
        </p:nvSpPr>
        <p:spPr>
          <a:xfrm>
            <a:off x="7831138" y="4271436"/>
            <a:ext cx="342900" cy="342900"/>
          </a:xfrm>
          <a:prstGeom prst="ellipse">
            <a:avLst/>
          </a:prstGeom>
          <a:solidFill>
            <a:srgbClr val="48BBC5"/>
          </a:solidFill>
          <a:ln w="19050" cap="flat" cmpd="sng" algn="ctr">
            <a:solidFill>
              <a:srgbClr val="48BBC5">
                <a:lumMod val="50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 defTabSz="914411">
              <a:defRPr/>
            </a:pPr>
            <a:r>
              <a:rPr lang="en-US" sz="1401" b="1" kern="0">
                <a:solidFill>
                  <a:srgbClr val="FFFFFF"/>
                </a:solidFill>
                <a:latin typeface="Proxima Nova Rg"/>
              </a:rPr>
              <a:t>6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CCD0A702-7AAC-14EF-7906-E0F9DCEDA2E9}"/>
              </a:ext>
            </a:extLst>
          </p:cNvPr>
          <p:cNvSpPr/>
          <p:nvPr/>
        </p:nvSpPr>
        <p:spPr>
          <a:xfrm>
            <a:off x="1276351" y="2228851"/>
            <a:ext cx="342900" cy="342900"/>
          </a:xfrm>
          <a:prstGeom prst="ellipse">
            <a:avLst/>
          </a:prstGeom>
          <a:solidFill>
            <a:srgbClr val="48BBC5"/>
          </a:solidFill>
          <a:ln w="19050" cap="flat" cmpd="sng" algn="ctr">
            <a:solidFill>
              <a:srgbClr val="48BBC5">
                <a:lumMod val="50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 defTabSz="914411">
              <a:defRPr/>
            </a:pPr>
            <a:r>
              <a:rPr lang="en-US" sz="1401" b="1" kern="0">
                <a:solidFill>
                  <a:srgbClr val="FFFFFF"/>
                </a:solidFill>
                <a:latin typeface="Proxima Nova Rg"/>
              </a:rPr>
              <a:t>1</a:t>
            </a:r>
          </a:p>
        </p:txBody>
      </p:sp>
      <p:sp>
        <p:nvSpPr>
          <p:cNvPr id="33" name="Text Placeholder 68">
            <a:extLst>
              <a:ext uri="{FF2B5EF4-FFF2-40B4-BE49-F238E27FC236}">
                <a16:creationId xmlns:a16="http://schemas.microsoft.com/office/drawing/2014/main" id="{5B131B7A-0EC2-F6B7-A0FB-D6D41A66DC24}"/>
              </a:ext>
            </a:extLst>
          </p:cNvPr>
          <p:cNvSpPr txBox="1">
            <a:spLocks/>
          </p:cNvSpPr>
          <p:nvPr/>
        </p:nvSpPr>
        <p:spPr>
          <a:xfrm>
            <a:off x="370416" y="1575414"/>
            <a:ext cx="11138510" cy="288000"/>
          </a:xfrm>
          <a:prstGeom prst="rect">
            <a:avLst/>
          </a:prstGeom>
        </p:spPr>
        <p:txBody>
          <a:bodyPr anchor="ctr"/>
          <a:lstStyle>
            <a:lvl1pPr marL="0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kumimoji="0" lang="en-US" sz="1400" b="1" i="0" u="none" strike="noStrike" kern="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1pPr>
            <a:lvl2pPr marL="0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1401"/>
              <a:t>Timeline title</a:t>
            </a:r>
          </a:p>
        </p:txBody>
      </p:sp>
    </p:spTree>
    <p:extLst>
      <p:ext uri="{BB962C8B-B14F-4D97-AF65-F5344CB8AC3E}">
        <p14:creationId xmlns:p14="http://schemas.microsoft.com/office/powerpoint/2010/main" val="17717071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Object 23" hidden="1">
            <a:extLst>
              <a:ext uri="{FF2B5EF4-FFF2-40B4-BE49-F238E27FC236}">
                <a16:creationId xmlns:a16="http://schemas.microsoft.com/office/drawing/2014/main" id="{7F6E18F3-9B41-5951-347F-1A410E9EE36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58714433"/>
              </p:ext>
            </p:extLst>
          </p:nvPr>
        </p:nvGraphicFramePr>
        <p:xfrm>
          <a:off x="1588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4" name="Object 23" hidden="1">
                        <a:extLst>
                          <a:ext uri="{FF2B5EF4-FFF2-40B4-BE49-F238E27FC236}">
                            <a16:creationId xmlns:a16="http://schemas.microsoft.com/office/drawing/2014/main" id="{7F6E18F3-9B41-5951-347F-1A410E9EE36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58B05A5-B63B-3299-72C5-3694ACBB5D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5AF4BF-807B-AB8D-6688-A48DE41EA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34" name="Title 33">
            <a:extLst>
              <a:ext uri="{FF2B5EF4-FFF2-40B4-BE49-F238E27FC236}">
                <a16:creationId xmlns:a16="http://schemas.microsoft.com/office/drawing/2014/main" id="{DD1DE8A4-8530-8E24-481C-C2B5B0135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Text Placeholder 73">
            <a:extLst>
              <a:ext uri="{FF2B5EF4-FFF2-40B4-BE49-F238E27FC236}">
                <a16:creationId xmlns:a16="http://schemas.microsoft.com/office/drawing/2014/main" id="{08ACA8E3-0B21-94B9-D93B-4A2887AACE8E}"/>
              </a:ext>
            </a:extLst>
          </p:cNvPr>
          <p:cNvSpPr txBox="1">
            <a:spLocks/>
          </p:cNvSpPr>
          <p:nvPr/>
        </p:nvSpPr>
        <p:spPr>
          <a:xfrm>
            <a:off x="393700" y="2143700"/>
            <a:ext cx="3403600" cy="10795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625475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kumimoji="0" lang="en-US" sz="1400" b="1" i="0" u="none" strike="noStrike" kern="0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1pPr>
            <a:lvl2pPr marL="0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1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98F3FCB-1D89-745F-2CB4-39F6FBF978D9}"/>
              </a:ext>
            </a:extLst>
          </p:cNvPr>
          <p:cNvCxnSpPr>
            <a:cxnSpLocks/>
          </p:cNvCxnSpPr>
          <p:nvPr/>
        </p:nvCxnSpPr>
        <p:spPr>
          <a:xfrm>
            <a:off x="398872" y="1900961"/>
            <a:ext cx="3402932" cy="0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/>
        </p:spPr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26E91A1-E1CA-3AF4-F2F0-A21AF429A54C}"/>
              </a:ext>
            </a:extLst>
          </p:cNvPr>
          <p:cNvCxnSpPr>
            <a:cxnSpLocks/>
          </p:cNvCxnSpPr>
          <p:nvPr/>
        </p:nvCxnSpPr>
        <p:spPr>
          <a:xfrm>
            <a:off x="4334567" y="1900961"/>
            <a:ext cx="7495438" cy="0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/>
        </p:spPr>
      </p:cxnSp>
      <p:pic>
        <p:nvPicPr>
          <p:cNvPr id="9" name="Graphic 8" descr="Scales of justice with solid fill">
            <a:extLst>
              <a:ext uri="{FF2B5EF4-FFF2-40B4-BE49-F238E27FC236}">
                <a16:creationId xmlns:a16="http://schemas.microsoft.com/office/drawing/2014/main" id="{7C1C863C-CB03-CCF2-690D-E8B37AFE31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1673" y="3628159"/>
            <a:ext cx="516860" cy="516860"/>
          </a:xfrm>
          <a:prstGeom prst="rect">
            <a:avLst/>
          </a:prstGeom>
        </p:spPr>
      </p:pic>
      <p:pic>
        <p:nvPicPr>
          <p:cNvPr id="10" name="Graphic 9" descr="Scales of justice with solid fill">
            <a:extLst>
              <a:ext uri="{FF2B5EF4-FFF2-40B4-BE49-F238E27FC236}">
                <a16:creationId xmlns:a16="http://schemas.microsoft.com/office/drawing/2014/main" id="{0DA495D3-B671-2057-1C59-9E47C76687B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1673" y="4996118"/>
            <a:ext cx="516860" cy="516860"/>
          </a:xfrm>
          <a:prstGeom prst="rect">
            <a:avLst/>
          </a:prstGeom>
        </p:spPr>
      </p:pic>
      <p:sp>
        <p:nvSpPr>
          <p:cNvPr id="11" name="Text Placeholder 57">
            <a:extLst>
              <a:ext uri="{FF2B5EF4-FFF2-40B4-BE49-F238E27FC236}">
                <a16:creationId xmlns:a16="http://schemas.microsoft.com/office/drawing/2014/main" id="{E897A333-6410-9514-D31F-29CB7CE64D1F}"/>
              </a:ext>
            </a:extLst>
          </p:cNvPr>
          <p:cNvSpPr txBox="1">
            <a:spLocks/>
          </p:cNvSpPr>
          <p:nvPr/>
        </p:nvSpPr>
        <p:spPr>
          <a:xfrm>
            <a:off x="4333876" y="2143699"/>
            <a:ext cx="7495906" cy="10810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285750" indent="-28575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kumimoji="0" lang="en-US" sz="1300" b="0" i="0" u="none" strike="noStrike" kern="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  <a:p>
            <a:pPr>
              <a:defRPr/>
            </a:pPr>
            <a:r>
              <a:rPr lang="en-US"/>
              <a:t>Click to edit Master text styles</a:t>
            </a:r>
          </a:p>
          <a:p>
            <a:pPr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57">
            <a:extLst>
              <a:ext uri="{FF2B5EF4-FFF2-40B4-BE49-F238E27FC236}">
                <a16:creationId xmlns:a16="http://schemas.microsoft.com/office/drawing/2014/main" id="{4493E060-7256-E8C4-C666-29A37D5B49F5}"/>
              </a:ext>
            </a:extLst>
          </p:cNvPr>
          <p:cNvSpPr txBox="1">
            <a:spLocks/>
          </p:cNvSpPr>
          <p:nvPr/>
        </p:nvSpPr>
        <p:spPr>
          <a:xfrm>
            <a:off x="4333876" y="3428580"/>
            <a:ext cx="7495906" cy="10810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285750" indent="-28575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kumimoji="0" lang="en-US" sz="1300" b="0" i="0" u="none" strike="noStrike" kern="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  <a:p>
            <a:pPr>
              <a:defRPr/>
            </a:pPr>
            <a:r>
              <a:rPr lang="en-US"/>
              <a:t>Click to edit Master text styles</a:t>
            </a:r>
          </a:p>
          <a:p>
            <a:pPr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13" name="Text Placeholder 57">
            <a:extLst>
              <a:ext uri="{FF2B5EF4-FFF2-40B4-BE49-F238E27FC236}">
                <a16:creationId xmlns:a16="http://schemas.microsoft.com/office/drawing/2014/main" id="{85151D3C-0E64-8791-34CA-6D3486822F6C}"/>
              </a:ext>
            </a:extLst>
          </p:cNvPr>
          <p:cNvSpPr txBox="1">
            <a:spLocks/>
          </p:cNvSpPr>
          <p:nvPr/>
        </p:nvSpPr>
        <p:spPr>
          <a:xfrm>
            <a:off x="4333876" y="4713462"/>
            <a:ext cx="7495906" cy="10810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285750" indent="-28575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kumimoji="0" lang="en-US" sz="1300" b="0" i="0" u="none" strike="noStrike" kern="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  <a:p>
            <a:pPr>
              <a:defRPr/>
            </a:pPr>
            <a:r>
              <a:rPr lang="en-US"/>
              <a:t>Click to edit Master text styles</a:t>
            </a:r>
          </a:p>
          <a:p>
            <a:pPr>
              <a:defRPr/>
            </a:pPr>
            <a:r>
              <a:rPr lang="en-US"/>
              <a:t>Click to edit Master text styles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4555BF7-BDB7-9EDA-A4D7-C09425134E78}"/>
              </a:ext>
            </a:extLst>
          </p:cNvPr>
          <p:cNvCxnSpPr>
            <a:cxnSpLocks/>
            <a:endCxn id="11" idx="1"/>
          </p:cNvCxnSpPr>
          <p:nvPr/>
        </p:nvCxnSpPr>
        <p:spPr>
          <a:xfrm flipV="1">
            <a:off x="3797040" y="2684243"/>
            <a:ext cx="536836" cy="59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headEnd type="none" w="med" len="med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2FEF61B-08A4-B659-8C55-3436CE6D47E7}"/>
              </a:ext>
            </a:extLst>
          </p:cNvPr>
          <p:cNvCxnSpPr>
            <a:cxnSpLocks/>
            <a:stCxn id="17" idx="3"/>
            <a:endCxn id="12" idx="1"/>
          </p:cNvCxnSpPr>
          <p:nvPr/>
        </p:nvCxnSpPr>
        <p:spPr>
          <a:xfrm>
            <a:off x="3797302" y="3969124"/>
            <a:ext cx="536574" cy="0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headEnd type="none" w="med" len="med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CF76101-F6E9-731B-8F2C-E210E00CA68F}"/>
              </a:ext>
            </a:extLst>
          </p:cNvPr>
          <p:cNvCxnSpPr>
            <a:cxnSpLocks/>
            <a:endCxn id="13" idx="1"/>
          </p:cNvCxnSpPr>
          <p:nvPr/>
        </p:nvCxnSpPr>
        <p:spPr>
          <a:xfrm flipV="1">
            <a:off x="3797040" y="5254006"/>
            <a:ext cx="536836" cy="544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headEnd type="none" w="med" len="med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73">
            <a:extLst>
              <a:ext uri="{FF2B5EF4-FFF2-40B4-BE49-F238E27FC236}">
                <a16:creationId xmlns:a16="http://schemas.microsoft.com/office/drawing/2014/main" id="{5B0DF915-A409-92DF-57C0-ACBE25627620}"/>
              </a:ext>
            </a:extLst>
          </p:cNvPr>
          <p:cNvSpPr txBox="1">
            <a:spLocks/>
          </p:cNvSpPr>
          <p:nvPr/>
        </p:nvSpPr>
        <p:spPr>
          <a:xfrm>
            <a:off x="393700" y="3429374"/>
            <a:ext cx="3403600" cy="10795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625475" indent="0" algn="ctr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kumimoji="0" lang="en-US" sz="1400" b="1" i="0" u="none" strike="noStrike" kern="0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1pPr>
            <a:lvl2pPr marL="0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kumimoji="0" lang="en-US" sz="1100" b="1" i="0" u="none" strike="noStrike" kern="1200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+mn-cs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kumimoji="0" lang="en-US" sz="1100" b="1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+mn-cs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kumimoji="0" lang="en-US" sz="1100" b="1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+mn-cs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kumimoji="0" lang="en-US" sz="1100" b="1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+mn-cs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1"/>
              <a:t>Click to edit Master text styles</a:t>
            </a:r>
          </a:p>
        </p:txBody>
      </p:sp>
      <p:sp>
        <p:nvSpPr>
          <p:cNvPr id="18" name="Text Placeholder 73">
            <a:extLst>
              <a:ext uri="{FF2B5EF4-FFF2-40B4-BE49-F238E27FC236}">
                <a16:creationId xmlns:a16="http://schemas.microsoft.com/office/drawing/2014/main" id="{6DE6539F-F584-FD38-6524-AC95080B4A46}"/>
              </a:ext>
            </a:extLst>
          </p:cNvPr>
          <p:cNvSpPr txBox="1">
            <a:spLocks/>
          </p:cNvSpPr>
          <p:nvPr/>
        </p:nvSpPr>
        <p:spPr>
          <a:xfrm>
            <a:off x="393700" y="4715051"/>
            <a:ext cx="3403600" cy="10795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625475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kumimoji="0" lang="en-US" sz="1400" b="1" i="0" u="none" strike="noStrike" kern="0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1pPr>
            <a:lvl2pPr marL="0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1"/>
              <a:t>Click to edit Master text styles</a:t>
            </a:r>
          </a:p>
        </p:txBody>
      </p:sp>
      <p:sp>
        <p:nvSpPr>
          <p:cNvPr id="19" name="Text Placeholder 79">
            <a:extLst>
              <a:ext uri="{FF2B5EF4-FFF2-40B4-BE49-F238E27FC236}">
                <a16:creationId xmlns:a16="http://schemas.microsoft.com/office/drawing/2014/main" id="{2191187C-0F98-4263-FD85-FAC041D8F9E7}"/>
              </a:ext>
            </a:extLst>
          </p:cNvPr>
          <p:cNvSpPr txBox="1">
            <a:spLocks/>
          </p:cNvSpPr>
          <p:nvPr/>
        </p:nvSpPr>
        <p:spPr>
          <a:xfrm>
            <a:off x="335862" y="1575414"/>
            <a:ext cx="3402932" cy="288000"/>
          </a:xfrm>
          <a:prstGeom prst="rect">
            <a:avLst/>
          </a:prstGeom>
        </p:spPr>
        <p:txBody>
          <a:bodyPr anchor="ctr"/>
          <a:lstStyle>
            <a:lvl1pPr marL="0" indent="0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itchFamily="34" charset="0"/>
              <a:buNone/>
              <a:defRPr kumimoji="0" lang="en-US" sz="1400" b="1" i="0" u="none" strike="noStrike" kern="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1401"/>
              <a:t>Group title</a:t>
            </a:r>
          </a:p>
        </p:txBody>
      </p:sp>
      <p:sp>
        <p:nvSpPr>
          <p:cNvPr id="20" name="Text Placeholder 79">
            <a:extLst>
              <a:ext uri="{FF2B5EF4-FFF2-40B4-BE49-F238E27FC236}">
                <a16:creationId xmlns:a16="http://schemas.microsoft.com/office/drawing/2014/main" id="{430940E2-197F-86FD-5072-667915A76B67}"/>
              </a:ext>
            </a:extLst>
          </p:cNvPr>
          <p:cNvSpPr txBox="1">
            <a:spLocks/>
          </p:cNvSpPr>
          <p:nvPr/>
        </p:nvSpPr>
        <p:spPr>
          <a:xfrm>
            <a:off x="4304059" y="1575414"/>
            <a:ext cx="7529806" cy="288000"/>
          </a:xfrm>
          <a:prstGeom prst="rect">
            <a:avLst/>
          </a:prstGeom>
        </p:spPr>
        <p:txBody>
          <a:bodyPr anchor="ctr"/>
          <a:lstStyle>
            <a:lvl1pPr marL="0" indent="0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itchFamily="34" charset="0"/>
              <a:buNone/>
              <a:defRPr kumimoji="0" lang="en-US" sz="1400" b="1" i="0" u="none" strike="noStrike" kern="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1401"/>
              <a:t>Additional detail</a:t>
            </a:r>
          </a:p>
        </p:txBody>
      </p:sp>
      <p:pic>
        <p:nvPicPr>
          <p:cNvPr id="21" name="Graphic 20" descr="Scales of justice with solid fill">
            <a:extLst>
              <a:ext uri="{FF2B5EF4-FFF2-40B4-BE49-F238E27FC236}">
                <a16:creationId xmlns:a16="http://schemas.microsoft.com/office/drawing/2014/main" id="{BA79139B-C07A-1FC8-4857-8C0C476A757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1673" y="2425020"/>
            <a:ext cx="516860" cy="516860"/>
          </a:xfrm>
          <a:prstGeom prst="rect">
            <a:avLst/>
          </a:prstGeom>
        </p:spPr>
      </p:pic>
      <p:pic>
        <p:nvPicPr>
          <p:cNvPr id="22" name="Graphic 21" descr="Scales of justice with solid fill">
            <a:extLst>
              <a:ext uri="{FF2B5EF4-FFF2-40B4-BE49-F238E27FC236}">
                <a16:creationId xmlns:a16="http://schemas.microsoft.com/office/drawing/2014/main" id="{FBC5C374-AC00-2660-08ED-0343727C7B0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1673" y="3710694"/>
            <a:ext cx="516860" cy="516860"/>
          </a:xfrm>
          <a:prstGeom prst="rect">
            <a:avLst/>
          </a:prstGeom>
        </p:spPr>
      </p:pic>
      <p:pic>
        <p:nvPicPr>
          <p:cNvPr id="23" name="Graphic 22" descr="Scales of justice with solid fill">
            <a:extLst>
              <a:ext uri="{FF2B5EF4-FFF2-40B4-BE49-F238E27FC236}">
                <a16:creationId xmlns:a16="http://schemas.microsoft.com/office/drawing/2014/main" id="{C912089D-3B04-D626-BCEF-0CB548E5136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1673" y="4996371"/>
            <a:ext cx="516860" cy="516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0826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" name="Object 31" hidden="1">
            <a:extLst>
              <a:ext uri="{FF2B5EF4-FFF2-40B4-BE49-F238E27FC236}">
                <a16:creationId xmlns:a16="http://schemas.microsoft.com/office/drawing/2014/main" id="{88C9F0E7-4FDD-EE9B-30CE-2D292E8BB35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39024537"/>
              </p:ext>
            </p:extLst>
          </p:nvPr>
        </p:nvGraphicFramePr>
        <p:xfrm>
          <a:off x="1588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32" name="Object 31" hidden="1">
                        <a:extLst>
                          <a:ext uri="{FF2B5EF4-FFF2-40B4-BE49-F238E27FC236}">
                            <a16:creationId xmlns:a16="http://schemas.microsoft.com/office/drawing/2014/main" id="{88C9F0E7-4FDD-EE9B-30CE-2D292E8BB3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58B05A5-B63B-3299-72C5-3694ACBB5D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183599-0F20-4188-F46F-40D64B222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42" name="Title 41">
            <a:extLst>
              <a:ext uri="{FF2B5EF4-FFF2-40B4-BE49-F238E27FC236}">
                <a16:creationId xmlns:a16="http://schemas.microsoft.com/office/drawing/2014/main" id="{A6366BFD-807F-0C90-8F94-405D9A8AC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Text Placeholder 73">
            <a:extLst>
              <a:ext uri="{FF2B5EF4-FFF2-40B4-BE49-F238E27FC236}">
                <a16:creationId xmlns:a16="http://schemas.microsoft.com/office/drawing/2014/main" id="{41B860B6-635C-9CCF-930F-B7AECD3B4702}"/>
              </a:ext>
            </a:extLst>
          </p:cNvPr>
          <p:cNvSpPr txBox="1">
            <a:spLocks/>
          </p:cNvSpPr>
          <p:nvPr/>
        </p:nvSpPr>
        <p:spPr>
          <a:xfrm>
            <a:off x="393701" y="2143700"/>
            <a:ext cx="2806700" cy="10795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625475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kumimoji="0" lang="en-US" sz="1400" b="1" i="0" u="none" strike="noStrike" kern="0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1pPr>
            <a:lvl2pPr marL="0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1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98236F0-1416-B24B-58D1-2F88D3F7BAB8}"/>
              </a:ext>
            </a:extLst>
          </p:cNvPr>
          <p:cNvCxnSpPr>
            <a:cxnSpLocks/>
          </p:cNvCxnSpPr>
          <p:nvPr/>
        </p:nvCxnSpPr>
        <p:spPr>
          <a:xfrm>
            <a:off x="394110" y="1903021"/>
            <a:ext cx="2806149" cy="0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/>
        </p:spPr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07514B3-4056-EF61-A0C4-E24FA2DBB1DF}"/>
              </a:ext>
            </a:extLst>
          </p:cNvPr>
          <p:cNvCxnSpPr>
            <a:cxnSpLocks/>
          </p:cNvCxnSpPr>
          <p:nvPr/>
        </p:nvCxnSpPr>
        <p:spPr>
          <a:xfrm>
            <a:off x="3634549" y="1903021"/>
            <a:ext cx="3865668" cy="0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/>
        </p:spPr>
      </p:cxnSp>
      <p:pic>
        <p:nvPicPr>
          <p:cNvPr id="9" name="Graphic 8" descr="Scales of justice with solid fill">
            <a:extLst>
              <a:ext uri="{FF2B5EF4-FFF2-40B4-BE49-F238E27FC236}">
                <a16:creationId xmlns:a16="http://schemas.microsoft.com/office/drawing/2014/main" id="{29C2BEC9-61FF-78D9-589D-F58CA5113F3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1673" y="3628159"/>
            <a:ext cx="516860" cy="516860"/>
          </a:xfrm>
          <a:prstGeom prst="rect">
            <a:avLst/>
          </a:prstGeom>
        </p:spPr>
      </p:pic>
      <p:pic>
        <p:nvPicPr>
          <p:cNvPr id="10" name="Graphic 9" descr="Scales of justice with solid fill">
            <a:extLst>
              <a:ext uri="{FF2B5EF4-FFF2-40B4-BE49-F238E27FC236}">
                <a16:creationId xmlns:a16="http://schemas.microsoft.com/office/drawing/2014/main" id="{7BFDD183-896F-CF24-8C00-0D9A510339C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1673" y="4996118"/>
            <a:ext cx="516860" cy="516860"/>
          </a:xfrm>
          <a:prstGeom prst="rect">
            <a:avLst/>
          </a:prstGeom>
        </p:spPr>
      </p:pic>
      <p:sp>
        <p:nvSpPr>
          <p:cNvPr id="11" name="Text Placeholder 57">
            <a:extLst>
              <a:ext uri="{FF2B5EF4-FFF2-40B4-BE49-F238E27FC236}">
                <a16:creationId xmlns:a16="http://schemas.microsoft.com/office/drawing/2014/main" id="{787A45EF-7433-0EFC-8A21-252EA910BC2A}"/>
              </a:ext>
            </a:extLst>
          </p:cNvPr>
          <p:cNvSpPr txBox="1">
            <a:spLocks/>
          </p:cNvSpPr>
          <p:nvPr/>
        </p:nvSpPr>
        <p:spPr>
          <a:xfrm>
            <a:off x="3633858" y="2142109"/>
            <a:ext cx="3865908" cy="10810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285750" indent="-28575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kumimoji="0" lang="en-US" sz="1300" b="0" i="0" u="none" strike="noStrike" kern="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  <a:p>
            <a:pPr>
              <a:defRPr/>
            </a:pPr>
            <a:r>
              <a:rPr lang="en-US"/>
              <a:t>Click to edit Master text styles</a:t>
            </a:r>
          </a:p>
          <a:p>
            <a:pPr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57">
            <a:extLst>
              <a:ext uri="{FF2B5EF4-FFF2-40B4-BE49-F238E27FC236}">
                <a16:creationId xmlns:a16="http://schemas.microsoft.com/office/drawing/2014/main" id="{84961509-8EF5-AC0C-FD88-55276F066F1F}"/>
              </a:ext>
            </a:extLst>
          </p:cNvPr>
          <p:cNvSpPr txBox="1">
            <a:spLocks/>
          </p:cNvSpPr>
          <p:nvPr/>
        </p:nvSpPr>
        <p:spPr>
          <a:xfrm>
            <a:off x="3633858" y="3427786"/>
            <a:ext cx="3865908" cy="10810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285750" indent="-28575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kumimoji="0" lang="en-US" sz="1300" b="0" i="0" u="none" strike="noStrike" kern="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  <a:p>
            <a:pPr>
              <a:defRPr/>
            </a:pPr>
            <a:r>
              <a:rPr lang="en-US"/>
              <a:t>Click to edit Master text styles</a:t>
            </a:r>
          </a:p>
          <a:p>
            <a:pPr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13" name="Text Placeholder 57">
            <a:extLst>
              <a:ext uri="{FF2B5EF4-FFF2-40B4-BE49-F238E27FC236}">
                <a16:creationId xmlns:a16="http://schemas.microsoft.com/office/drawing/2014/main" id="{83115C45-B808-F8D9-5E33-DA88D31F7F06}"/>
              </a:ext>
            </a:extLst>
          </p:cNvPr>
          <p:cNvSpPr txBox="1">
            <a:spLocks/>
          </p:cNvSpPr>
          <p:nvPr/>
        </p:nvSpPr>
        <p:spPr>
          <a:xfrm>
            <a:off x="3633858" y="4713462"/>
            <a:ext cx="3865908" cy="10810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285750" indent="-28575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kumimoji="0" lang="en-US" sz="1300" b="0" i="0" u="none" strike="noStrike" kern="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  <a:p>
            <a:pPr>
              <a:defRPr/>
            </a:pPr>
            <a:r>
              <a:rPr lang="en-US"/>
              <a:t>Click to edit Master text styles</a:t>
            </a:r>
          </a:p>
          <a:p>
            <a:pPr>
              <a:defRPr/>
            </a:pPr>
            <a:r>
              <a:rPr lang="en-US"/>
              <a:t>Click to edit Master text styles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5AE37E0-1A09-1B6C-0C4E-1A3DCB3F1CA4}"/>
              </a:ext>
            </a:extLst>
          </p:cNvPr>
          <p:cNvCxnSpPr>
            <a:cxnSpLocks/>
            <a:stCxn id="6" idx="3"/>
            <a:endCxn id="11" idx="1"/>
          </p:cNvCxnSpPr>
          <p:nvPr/>
        </p:nvCxnSpPr>
        <p:spPr>
          <a:xfrm flipV="1">
            <a:off x="3200400" y="2682654"/>
            <a:ext cx="433458" cy="795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headEnd type="none" w="med" len="med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B78726D-597F-5380-4B8A-3A3FFA04F093}"/>
              </a:ext>
            </a:extLst>
          </p:cNvPr>
          <p:cNvCxnSpPr>
            <a:cxnSpLocks/>
            <a:stCxn id="17" idx="3"/>
            <a:endCxn id="12" idx="1"/>
          </p:cNvCxnSpPr>
          <p:nvPr/>
        </p:nvCxnSpPr>
        <p:spPr>
          <a:xfrm flipV="1">
            <a:off x="3200400" y="3968331"/>
            <a:ext cx="433458" cy="795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headEnd type="none" w="med" len="med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862D2F9-A0B0-0E2A-4916-9B84661B1D67}"/>
              </a:ext>
            </a:extLst>
          </p:cNvPr>
          <p:cNvCxnSpPr>
            <a:cxnSpLocks/>
            <a:endCxn id="13" idx="1"/>
          </p:cNvCxnSpPr>
          <p:nvPr/>
        </p:nvCxnSpPr>
        <p:spPr>
          <a:xfrm flipV="1">
            <a:off x="3200258" y="5254006"/>
            <a:ext cx="433600" cy="544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headEnd type="none" w="med" len="med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73">
            <a:extLst>
              <a:ext uri="{FF2B5EF4-FFF2-40B4-BE49-F238E27FC236}">
                <a16:creationId xmlns:a16="http://schemas.microsoft.com/office/drawing/2014/main" id="{CE97FAA7-B333-976D-493A-4861795FE884}"/>
              </a:ext>
            </a:extLst>
          </p:cNvPr>
          <p:cNvSpPr txBox="1">
            <a:spLocks/>
          </p:cNvSpPr>
          <p:nvPr/>
        </p:nvSpPr>
        <p:spPr>
          <a:xfrm>
            <a:off x="393701" y="3429374"/>
            <a:ext cx="2806700" cy="10795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625475" indent="0" algn="ctr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kumimoji="0" lang="en-US" sz="1400" b="1" i="0" u="none" strike="noStrike" kern="0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1pPr>
            <a:lvl2pPr marL="0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kumimoji="0" lang="en-US" sz="1100" b="1" i="0" u="none" strike="noStrike" kern="1200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+mn-cs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kumimoji="0" lang="en-US" sz="1100" b="1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+mn-cs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kumimoji="0" lang="en-US" sz="1100" b="1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+mn-cs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kumimoji="0" lang="en-US" sz="1100" b="1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+mn-cs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1"/>
              <a:t>Click to edit Master text styles</a:t>
            </a:r>
          </a:p>
        </p:txBody>
      </p:sp>
      <p:sp>
        <p:nvSpPr>
          <p:cNvPr id="18" name="Text Placeholder 73">
            <a:extLst>
              <a:ext uri="{FF2B5EF4-FFF2-40B4-BE49-F238E27FC236}">
                <a16:creationId xmlns:a16="http://schemas.microsoft.com/office/drawing/2014/main" id="{9D05A484-38FC-80AF-7909-C16FAF4F3783}"/>
              </a:ext>
            </a:extLst>
          </p:cNvPr>
          <p:cNvSpPr txBox="1">
            <a:spLocks/>
          </p:cNvSpPr>
          <p:nvPr/>
        </p:nvSpPr>
        <p:spPr>
          <a:xfrm>
            <a:off x="393701" y="4715051"/>
            <a:ext cx="2806700" cy="10795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625475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kumimoji="0" lang="en-US" sz="1400" b="1" i="0" u="none" strike="noStrike" kern="0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1pPr>
            <a:lvl2pPr marL="0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1"/>
              <a:t>Click to edit Master text styles</a:t>
            </a:r>
          </a:p>
        </p:txBody>
      </p:sp>
      <p:sp>
        <p:nvSpPr>
          <p:cNvPr id="19" name="Text Placeholder 79">
            <a:extLst>
              <a:ext uri="{FF2B5EF4-FFF2-40B4-BE49-F238E27FC236}">
                <a16:creationId xmlns:a16="http://schemas.microsoft.com/office/drawing/2014/main" id="{E58F9A84-0EF6-FBC4-55FE-A2B328B4A87D}"/>
              </a:ext>
            </a:extLst>
          </p:cNvPr>
          <p:cNvSpPr txBox="1">
            <a:spLocks/>
          </p:cNvSpPr>
          <p:nvPr/>
        </p:nvSpPr>
        <p:spPr>
          <a:xfrm>
            <a:off x="335862" y="1575414"/>
            <a:ext cx="2806149" cy="288000"/>
          </a:xfrm>
          <a:prstGeom prst="rect">
            <a:avLst/>
          </a:prstGeom>
        </p:spPr>
        <p:txBody>
          <a:bodyPr anchor="ctr"/>
          <a:lstStyle>
            <a:lvl1pPr marL="0" indent="0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itchFamily="34" charset="0"/>
              <a:buNone/>
              <a:defRPr kumimoji="0" lang="en-US" sz="1400" b="1" i="0" u="none" strike="noStrike" kern="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1401"/>
              <a:t>Group title</a:t>
            </a:r>
          </a:p>
        </p:txBody>
      </p:sp>
      <p:sp>
        <p:nvSpPr>
          <p:cNvPr id="20" name="Text Placeholder 79">
            <a:extLst>
              <a:ext uri="{FF2B5EF4-FFF2-40B4-BE49-F238E27FC236}">
                <a16:creationId xmlns:a16="http://schemas.microsoft.com/office/drawing/2014/main" id="{E7D6D484-7687-10CA-A779-67630AD87CFF}"/>
              </a:ext>
            </a:extLst>
          </p:cNvPr>
          <p:cNvSpPr txBox="1">
            <a:spLocks/>
          </p:cNvSpPr>
          <p:nvPr/>
        </p:nvSpPr>
        <p:spPr>
          <a:xfrm>
            <a:off x="3604039" y="1575414"/>
            <a:ext cx="3865668" cy="288000"/>
          </a:xfrm>
          <a:prstGeom prst="rect">
            <a:avLst/>
          </a:prstGeom>
        </p:spPr>
        <p:txBody>
          <a:bodyPr anchor="ctr"/>
          <a:lstStyle>
            <a:lvl1pPr marL="0" indent="0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itchFamily="34" charset="0"/>
              <a:buNone/>
              <a:defRPr kumimoji="0" lang="en-US" sz="1400" b="1" i="0" u="none" strike="noStrike" kern="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1401"/>
              <a:t>Additional detail 1</a:t>
            </a:r>
          </a:p>
        </p:txBody>
      </p:sp>
      <p:pic>
        <p:nvPicPr>
          <p:cNvPr id="21" name="Graphic 20" descr="Scales of justice with solid fill">
            <a:extLst>
              <a:ext uri="{FF2B5EF4-FFF2-40B4-BE49-F238E27FC236}">
                <a16:creationId xmlns:a16="http://schemas.microsoft.com/office/drawing/2014/main" id="{0C22DCE5-BE40-2410-284A-5504AC38C53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1673" y="2425020"/>
            <a:ext cx="516860" cy="516860"/>
          </a:xfrm>
          <a:prstGeom prst="rect">
            <a:avLst/>
          </a:prstGeom>
        </p:spPr>
      </p:pic>
      <p:pic>
        <p:nvPicPr>
          <p:cNvPr id="22" name="Graphic 21" descr="Scales of justice with solid fill">
            <a:extLst>
              <a:ext uri="{FF2B5EF4-FFF2-40B4-BE49-F238E27FC236}">
                <a16:creationId xmlns:a16="http://schemas.microsoft.com/office/drawing/2014/main" id="{9368D035-C085-EA9E-B8D1-58317624BE7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1673" y="3710694"/>
            <a:ext cx="516860" cy="516860"/>
          </a:xfrm>
          <a:prstGeom prst="rect">
            <a:avLst/>
          </a:prstGeom>
        </p:spPr>
      </p:pic>
      <p:pic>
        <p:nvPicPr>
          <p:cNvPr id="23" name="Graphic 22" descr="Scales of justice with solid fill">
            <a:extLst>
              <a:ext uri="{FF2B5EF4-FFF2-40B4-BE49-F238E27FC236}">
                <a16:creationId xmlns:a16="http://schemas.microsoft.com/office/drawing/2014/main" id="{3B416C6C-15BA-8370-F92B-CE27460BA16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1673" y="4996371"/>
            <a:ext cx="516860" cy="516860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AAF904F-0AB5-66A6-20C6-2670FEEDC6DB}"/>
              </a:ext>
            </a:extLst>
          </p:cNvPr>
          <p:cNvCxnSpPr>
            <a:cxnSpLocks/>
          </p:cNvCxnSpPr>
          <p:nvPr/>
        </p:nvCxnSpPr>
        <p:spPr>
          <a:xfrm>
            <a:off x="7964565" y="1903021"/>
            <a:ext cx="3865668" cy="0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/>
        </p:spPr>
      </p:cxnSp>
      <p:sp>
        <p:nvSpPr>
          <p:cNvPr id="25" name="Text Placeholder 57">
            <a:extLst>
              <a:ext uri="{FF2B5EF4-FFF2-40B4-BE49-F238E27FC236}">
                <a16:creationId xmlns:a16="http://schemas.microsoft.com/office/drawing/2014/main" id="{7D0674AE-EFF4-4DAE-9C86-D4ABCEFE8081}"/>
              </a:ext>
            </a:extLst>
          </p:cNvPr>
          <p:cNvSpPr txBox="1">
            <a:spLocks/>
          </p:cNvSpPr>
          <p:nvPr/>
        </p:nvSpPr>
        <p:spPr>
          <a:xfrm>
            <a:off x="7963874" y="2142109"/>
            <a:ext cx="3865908" cy="10810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285750" indent="-28575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kumimoji="0" lang="en-US" sz="1300" b="0" i="0" u="none" strike="noStrike" kern="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  <a:p>
            <a:pPr>
              <a:defRPr/>
            </a:pPr>
            <a:r>
              <a:rPr lang="en-US"/>
              <a:t>Click to edit Master text styles</a:t>
            </a:r>
          </a:p>
          <a:p>
            <a:pPr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26" name="Text Placeholder 57">
            <a:extLst>
              <a:ext uri="{FF2B5EF4-FFF2-40B4-BE49-F238E27FC236}">
                <a16:creationId xmlns:a16="http://schemas.microsoft.com/office/drawing/2014/main" id="{506322EE-7294-F25D-1034-49F87FFB8AD0}"/>
              </a:ext>
            </a:extLst>
          </p:cNvPr>
          <p:cNvSpPr txBox="1">
            <a:spLocks/>
          </p:cNvSpPr>
          <p:nvPr/>
        </p:nvSpPr>
        <p:spPr>
          <a:xfrm>
            <a:off x="7963874" y="3427786"/>
            <a:ext cx="3865908" cy="10810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285750" indent="-28575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kumimoji="0" lang="en-US" sz="1300" b="0" i="0" u="none" strike="noStrike" kern="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  <a:p>
            <a:pPr>
              <a:defRPr/>
            </a:pPr>
            <a:r>
              <a:rPr lang="en-US"/>
              <a:t>Click to edit Master text styles</a:t>
            </a:r>
          </a:p>
          <a:p>
            <a:pPr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27" name="Text Placeholder 57">
            <a:extLst>
              <a:ext uri="{FF2B5EF4-FFF2-40B4-BE49-F238E27FC236}">
                <a16:creationId xmlns:a16="http://schemas.microsoft.com/office/drawing/2014/main" id="{55736795-BC59-9DA4-0391-C819F1EAD81B}"/>
              </a:ext>
            </a:extLst>
          </p:cNvPr>
          <p:cNvSpPr txBox="1">
            <a:spLocks/>
          </p:cNvSpPr>
          <p:nvPr/>
        </p:nvSpPr>
        <p:spPr>
          <a:xfrm>
            <a:off x="7963874" y="4713462"/>
            <a:ext cx="3865908" cy="10810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285750" indent="-28575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kumimoji="0" lang="en-US" sz="1300" b="0" i="0" u="none" strike="noStrike" kern="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  <a:p>
            <a:pPr>
              <a:defRPr/>
            </a:pPr>
            <a:r>
              <a:rPr lang="en-US"/>
              <a:t>Click to edit Master text styles</a:t>
            </a:r>
          </a:p>
          <a:p>
            <a:pPr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28" name="Text Placeholder 79">
            <a:extLst>
              <a:ext uri="{FF2B5EF4-FFF2-40B4-BE49-F238E27FC236}">
                <a16:creationId xmlns:a16="http://schemas.microsoft.com/office/drawing/2014/main" id="{7EFA4CA7-68EA-DD94-3F02-3ACC6D5B267C}"/>
              </a:ext>
            </a:extLst>
          </p:cNvPr>
          <p:cNvSpPr txBox="1">
            <a:spLocks/>
          </p:cNvSpPr>
          <p:nvPr/>
        </p:nvSpPr>
        <p:spPr>
          <a:xfrm>
            <a:off x="7934055" y="1575414"/>
            <a:ext cx="3865668" cy="288000"/>
          </a:xfrm>
          <a:prstGeom prst="rect">
            <a:avLst/>
          </a:prstGeom>
        </p:spPr>
        <p:txBody>
          <a:bodyPr anchor="ctr"/>
          <a:lstStyle>
            <a:lvl1pPr marL="0" indent="0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itchFamily="34" charset="0"/>
              <a:buNone/>
              <a:defRPr kumimoji="0" lang="en-US" sz="1400" b="1" i="0" u="none" strike="noStrike" kern="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1401"/>
              <a:t>Additional detail 2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499CEB9-A23D-8160-57AE-7B844AA14C7B}"/>
              </a:ext>
            </a:extLst>
          </p:cNvPr>
          <p:cNvCxnSpPr>
            <a:cxnSpLocks/>
            <a:stCxn id="11" idx="3"/>
            <a:endCxn id="25" idx="1"/>
          </p:cNvCxnSpPr>
          <p:nvPr/>
        </p:nvCxnSpPr>
        <p:spPr>
          <a:xfrm>
            <a:off x="7499766" y="2682653"/>
            <a:ext cx="464108" cy="0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headEnd type="none" w="med" len="med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D4CA480-5AD0-F703-AC65-F4271B2FDA4B}"/>
              </a:ext>
            </a:extLst>
          </p:cNvPr>
          <p:cNvCxnSpPr>
            <a:cxnSpLocks/>
            <a:stCxn id="12" idx="3"/>
            <a:endCxn id="26" idx="1"/>
          </p:cNvCxnSpPr>
          <p:nvPr/>
        </p:nvCxnSpPr>
        <p:spPr>
          <a:xfrm>
            <a:off x="7499766" y="3968330"/>
            <a:ext cx="464108" cy="0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headEnd type="none" w="med" len="med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BCA98E5-426A-0689-BE28-ED137D4B29CD}"/>
              </a:ext>
            </a:extLst>
          </p:cNvPr>
          <p:cNvCxnSpPr>
            <a:cxnSpLocks/>
            <a:endCxn id="27" idx="1"/>
          </p:cNvCxnSpPr>
          <p:nvPr/>
        </p:nvCxnSpPr>
        <p:spPr>
          <a:xfrm flipV="1">
            <a:off x="7499624" y="5254006"/>
            <a:ext cx="464251" cy="544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headEnd type="none" w="med" len="med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282135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" name="Object 46" hidden="1">
            <a:extLst>
              <a:ext uri="{FF2B5EF4-FFF2-40B4-BE49-F238E27FC236}">
                <a16:creationId xmlns:a16="http://schemas.microsoft.com/office/drawing/2014/main" id="{09FD1379-7C5D-4F3F-87C3-2BACDEDB037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6467671"/>
              </p:ext>
            </p:extLst>
          </p:nvPr>
        </p:nvGraphicFramePr>
        <p:xfrm>
          <a:off x="1588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47" name="Object 46" hidden="1">
                        <a:extLst>
                          <a:ext uri="{FF2B5EF4-FFF2-40B4-BE49-F238E27FC236}">
                            <a16:creationId xmlns:a16="http://schemas.microsoft.com/office/drawing/2014/main" id="{09FD1379-7C5D-4F3F-87C3-2BACDEDB03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58B05A5-B63B-3299-72C5-3694ACBB5D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5AF4BF-807B-AB8D-6688-A48DE41EA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57" name="Title 56">
            <a:extLst>
              <a:ext uri="{FF2B5EF4-FFF2-40B4-BE49-F238E27FC236}">
                <a16:creationId xmlns:a16="http://schemas.microsoft.com/office/drawing/2014/main" id="{06B6693F-3835-B642-8E91-D814CA649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47105961-FAC0-BB70-8C57-A76F7399B2FC}"/>
              </a:ext>
            </a:extLst>
          </p:cNvPr>
          <p:cNvCxnSpPr>
            <a:cxnSpLocks/>
          </p:cNvCxnSpPr>
          <p:nvPr/>
        </p:nvCxnSpPr>
        <p:spPr>
          <a:xfrm>
            <a:off x="8767344" y="2530276"/>
            <a:ext cx="855627" cy="204844"/>
          </a:xfrm>
          <a:prstGeom prst="bentConnector3">
            <a:avLst/>
          </a:prstGeom>
          <a:noFill/>
          <a:ln w="12700" cap="flat" cmpd="sng" algn="ctr">
            <a:solidFill>
              <a:srgbClr val="000000"/>
            </a:solidFill>
            <a:prstDash val="solid"/>
            <a:headEnd type="none" w="med" len="med"/>
            <a:tailEnd type="triangle"/>
          </a:ln>
          <a:effectLst/>
        </p:spPr>
      </p:cxn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F3C32BEB-5D47-69C9-D9D0-E6E4D0B6258E}"/>
              </a:ext>
            </a:extLst>
          </p:cNvPr>
          <p:cNvCxnSpPr>
            <a:cxnSpLocks/>
          </p:cNvCxnSpPr>
          <p:nvPr/>
        </p:nvCxnSpPr>
        <p:spPr>
          <a:xfrm>
            <a:off x="8767344" y="2530276"/>
            <a:ext cx="855627" cy="204844"/>
          </a:xfrm>
          <a:prstGeom prst="bentConnector3">
            <a:avLst/>
          </a:prstGeom>
          <a:noFill/>
          <a:ln w="12700" cap="flat" cmpd="sng" algn="ctr">
            <a:solidFill>
              <a:srgbClr val="000000"/>
            </a:solidFill>
            <a:prstDash val="solid"/>
            <a:headEnd type="none" w="med" len="med"/>
            <a:tailEnd type="triangle"/>
          </a:ln>
          <a:effectLst/>
        </p:spPr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3FEFEDD4-0381-9E58-4258-97C5A5E1E089}"/>
              </a:ext>
            </a:extLst>
          </p:cNvPr>
          <p:cNvSpPr/>
          <p:nvPr/>
        </p:nvSpPr>
        <p:spPr>
          <a:xfrm>
            <a:off x="370415" y="4253622"/>
            <a:ext cx="3489950" cy="10296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ysDot"/>
            <a:headEnd type="none" w="med" len="med"/>
            <a:tailEnd type="none" w="med" len="med"/>
          </a:ln>
          <a:effectLst/>
        </p:spPr>
        <p:txBody>
          <a:bodyPr lIns="731520" tIns="91440" rIns="91440" bIns="91440" rtlCol="0" anchor="ctr">
            <a:noAutofit/>
          </a:bodyPr>
          <a:lstStyle/>
          <a:p>
            <a:pPr defTabSz="914411">
              <a:defRPr/>
            </a:pPr>
            <a:endParaRPr lang="en-US" sz="1200" b="1" kern="0">
              <a:solidFill>
                <a:srgbClr val="FFFFFF"/>
              </a:solidFill>
              <a:latin typeface="Proxima Nova Rg"/>
            </a:endParaRPr>
          </a:p>
        </p:txBody>
      </p:sp>
      <p:pic>
        <p:nvPicPr>
          <p:cNvPr id="9" name="Graphic 8" descr="Statistics with solid fill">
            <a:extLst>
              <a:ext uri="{FF2B5EF4-FFF2-40B4-BE49-F238E27FC236}">
                <a16:creationId xmlns:a16="http://schemas.microsoft.com/office/drawing/2014/main" id="{77522813-3189-EBB6-0B53-62CCC9CDB4D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9390" y="4534422"/>
            <a:ext cx="468000" cy="46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A1BB11E-073C-F243-5F57-34A4515F6855}"/>
              </a:ext>
            </a:extLst>
          </p:cNvPr>
          <p:cNvSpPr/>
          <p:nvPr/>
        </p:nvSpPr>
        <p:spPr>
          <a:xfrm>
            <a:off x="370415" y="3136301"/>
            <a:ext cx="3489950" cy="1030311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ysDot"/>
            <a:headEnd type="none" w="med" len="med"/>
            <a:tailEnd type="none" w="med" len="med"/>
          </a:ln>
          <a:effectLst/>
        </p:spPr>
        <p:txBody>
          <a:bodyPr lIns="731520" tIns="91440" rIns="91440" bIns="91440" rtlCol="0" anchor="ctr">
            <a:noAutofit/>
          </a:bodyPr>
          <a:lstStyle/>
          <a:p>
            <a:pPr defTabSz="914411">
              <a:defRPr/>
            </a:pPr>
            <a:endParaRPr lang="en-US" sz="1200" b="1" kern="0">
              <a:solidFill>
                <a:srgbClr val="FFFFFF"/>
              </a:solidFill>
              <a:latin typeface="Proxima Nova Rg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A979302-9CA4-E781-2D68-4D64F5874374}"/>
              </a:ext>
            </a:extLst>
          </p:cNvPr>
          <p:cNvSpPr/>
          <p:nvPr/>
        </p:nvSpPr>
        <p:spPr>
          <a:xfrm>
            <a:off x="370415" y="2015119"/>
            <a:ext cx="3489950" cy="1030311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ysDot"/>
            <a:headEnd type="none" w="med" len="med"/>
            <a:tailEnd type="none" w="med" len="med"/>
          </a:ln>
          <a:effectLst/>
        </p:spPr>
        <p:txBody>
          <a:bodyPr lIns="731520" tIns="91440" rIns="91440" bIns="91440" rtlCol="0" anchor="ctr">
            <a:noAutofit/>
          </a:bodyPr>
          <a:lstStyle/>
          <a:p>
            <a:pPr defTabSz="914411">
              <a:defRPr/>
            </a:pPr>
            <a:endParaRPr lang="en-US" sz="1200" b="1" kern="0">
              <a:solidFill>
                <a:srgbClr val="FFFFFF"/>
              </a:solidFill>
              <a:latin typeface="Proxima Nova Rg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A0374EB-E6E9-D2B1-0A53-C761C4609C1B}"/>
              </a:ext>
            </a:extLst>
          </p:cNvPr>
          <p:cNvCxnSpPr/>
          <p:nvPr/>
        </p:nvCxnSpPr>
        <p:spPr>
          <a:xfrm>
            <a:off x="370415" y="1906084"/>
            <a:ext cx="3489950" cy="0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/>
        </p:spPr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BA263C8-8FE3-3BA1-37DC-B0D0BC67E213}"/>
              </a:ext>
            </a:extLst>
          </p:cNvPr>
          <p:cNvCxnSpPr>
            <a:cxnSpLocks/>
          </p:cNvCxnSpPr>
          <p:nvPr/>
        </p:nvCxnSpPr>
        <p:spPr>
          <a:xfrm>
            <a:off x="4715993" y="1906084"/>
            <a:ext cx="4051353" cy="0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/>
        </p:spPr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50DE66F5-93F1-1665-10C7-6BC8962DAD5F}"/>
              </a:ext>
            </a:extLst>
          </p:cNvPr>
          <p:cNvSpPr/>
          <p:nvPr/>
        </p:nvSpPr>
        <p:spPr>
          <a:xfrm>
            <a:off x="4715991" y="2015119"/>
            <a:ext cx="4051353" cy="1029600"/>
          </a:xfrm>
          <a:prstGeom prst="rect">
            <a:avLst/>
          </a:prstGeom>
          <a:solidFill>
            <a:schemeClr val="accent3"/>
          </a:solidFill>
          <a:ln w="19050" cap="flat" cmpd="sng" algn="ctr">
            <a:noFill/>
            <a:prstDash val="sysDot"/>
            <a:headEnd type="none" w="med" len="med"/>
            <a:tailEnd type="none" w="med" len="med"/>
          </a:ln>
          <a:effectLst/>
        </p:spPr>
        <p:txBody>
          <a:bodyPr lIns="91440" tIns="91440" rIns="91440" bIns="91440" rtlCol="0" anchor="ctr">
            <a:noAutofit/>
          </a:bodyPr>
          <a:lstStyle/>
          <a:p>
            <a:pPr marL="627071" defTabSz="914411">
              <a:defRPr/>
            </a:pPr>
            <a:endParaRPr lang="en-US" sz="1200" b="1" kern="0">
              <a:solidFill>
                <a:srgbClr val="FFFFFF">
                  <a:lumMod val="95000"/>
                </a:srgbClr>
              </a:solidFill>
              <a:latin typeface="Proxima Nova Rg"/>
            </a:endParaRPr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676FF765-D70D-68D7-0C21-7C58F15F6904}"/>
              </a:ext>
            </a:extLst>
          </p:cNvPr>
          <p:cNvCxnSpPr>
            <a:cxnSpLocks/>
            <a:stCxn id="11" idx="3"/>
            <a:endCxn id="14" idx="1"/>
          </p:cNvCxnSpPr>
          <p:nvPr/>
        </p:nvCxnSpPr>
        <p:spPr>
          <a:xfrm flipV="1">
            <a:off x="3860366" y="2529919"/>
            <a:ext cx="855627" cy="356"/>
          </a:xfrm>
          <a:prstGeom prst="bentConnector3">
            <a:avLst/>
          </a:prstGeom>
          <a:noFill/>
          <a:ln w="12700" cap="flat" cmpd="sng" algn="ctr">
            <a:solidFill>
              <a:srgbClr val="000000"/>
            </a:solidFill>
            <a:prstDash val="solid"/>
            <a:headEnd type="none" w="med" len="med"/>
            <a:tailEnd type="triangle"/>
          </a:ln>
          <a:effectLst/>
        </p:spPr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9BCD4011-F9EE-94EA-A478-28FDE28DE309}"/>
              </a:ext>
            </a:extLst>
          </p:cNvPr>
          <p:cNvCxnSpPr>
            <a:cxnSpLocks/>
            <a:stCxn id="11" idx="3"/>
            <a:endCxn id="14" idx="1"/>
          </p:cNvCxnSpPr>
          <p:nvPr/>
        </p:nvCxnSpPr>
        <p:spPr>
          <a:xfrm flipV="1">
            <a:off x="3860366" y="2529919"/>
            <a:ext cx="855627" cy="356"/>
          </a:xfrm>
          <a:prstGeom prst="bentConnector3">
            <a:avLst/>
          </a:prstGeom>
          <a:noFill/>
          <a:ln w="12700" cap="flat" cmpd="sng" algn="ctr">
            <a:solidFill>
              <a:srgbClr val="000000"/>
            </a:solidFill>
            <a:prstDash val="solid"/>
            <a:headEnd type="none" w="med" len="med"/>
            <a:tailEnd type="triangle"/>
          </a:ln>
          <a:effectLst/>
        </p:spPr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5B14856D-4D65-A38F-1062-5F05B1BE13CE}"/>
              </a:ext>
            </a:extLst>
          </p:cNvPr>
          <p:cNvCxnSpPr>
            <a:cxnSpLocks/>
            <a:stCxn id="10" idx="3"/>
            <a:endCxn id="14" idx="1"/>
          </p:cNvCxnSpPr>
          <p:nvPr/>
        </p:nvCxnSpPr>
        <p:spPr>
          <a:xfrm flipV="1">
            <a:off x="3860366" y="2529920"/>
            <a:ext cx="855627" cy="1121538"/>
          </a:xfrm>
          <a:prstGeom prst="bentConnector3">
            <a:avLst/>
          </a:prstGeom>
          <a:noFill/>
          <a:ln w="12700" cap="flat" cmpd="sng" algn="ctr">
            <a:solidFill>
              <a:srgbClr val="000000"/>
            </a:solidFill>
            <a:prstDash val="solid"/>
            <a:headEnd type="none" w="med" len="med"/>
            <a:tailEnd type="triangle"/>
          </a:ln>
          <a:effectLst/>
        </p:spPr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66C9040A-CE26-E4B9-2103-249ABA5A8837}"/>
              </a:ext>
            </a:extLst>
          </p:cNvPr>
          <p:cNvCxnSpPr>
            <a:cxnSpLocks/>
            <a:stCxn id="10" idx="3"/>
            <a:endCxn id="22" idx="1"/>
          </p:cNvCxnSpPr>
          <p:nvPr/>
        </p:nvCxnSpPr>
        <p:spPr>
          <a:xfrm>
            <a:off x="3860366" y="3651458"/>
            <a:ext cx="855627" cy="1116965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rgbClr val="000000"/>
            </a:solidFill>
            <a:prstDash val="solid"/>
            <a:headEnd type="none" w="med" len="med"/>
            <a:tailEnd type="triangle"/>
          </a:ln>
          <a:effectLst/>
        </p:spPr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40D697A-CF02-04D5-553A-6D809D999A9E}"/>
              </a:ext>
            </a:extLst>
          </p:cNvPr>
          <p:cNvCxnSpPr>
            <a:cxnSpLocks/>
          </p:cNvCxnSpPr>
          <p:nvPr/>
        </p:nvCxnSpPr>
        <p:spPr>
          <a:xfrm>
            <a:off x="9622971" y="1906084"/>
            <a:ext cx="2221486" cy="0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/>
        </p:spPr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547F4C6C-1766-E07F-5E97-E41F2DA50053}"/>
              </a:ext>
            </a:extLst>
          </p:cNvPr>
          <p:cNvCxnSpPr>
            <a:cxnSpLocks/>
            <a:stCxn id="8" idx="3"/>
            <a:endCxn id="21" idx="1"/>
          </p:cNvCxnSpPr>
          <p:nvPr/>
        </p:nvCxnSpPr>
        <p:spPr>
          <a:xfrm flipV="1">
            <a:off x="3860366" y="3651102"/>
            <a:ext cx="855627" cy="1117321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rgbClr val="000000"/>
            </a:solidFill>
            <a:prstDash val="solid"/>
            <a:headEnd type="none" w="med" len="med"/>
            <a:tailEnd type="triangle"/>
          </a:ln>
          <a:effectLst/>
        </p:spPr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1B27132F-B793-593F-6620-CD151E5926DB}"/>
              </a:ext>
            </a:extLst>
          </p:cNvPr>
          <p:cNvSpPr/>
          <p:nvPr/>
        </p:nvSpPr>
        <p:spPr>
          <a:xfrm>
            <a:off x="4715991" y="3136301"/>
            <a:ext cx="4051353" cy="1029600"/>
          </a:xfrm>
          <a:prstGeom prst="rect">
            <a:avLst/>
          </a:prstGeom>
          <a:solidFill>
            <a:schemeClr val="accent3"/>
          </a:solidFill>
          <a:ln w="19050" cap="flat" cmpd="sng" algn="ctr">
            <a:noFill/>
            <a:prstDash val="sysDot"/>
            <a:headEnd type="none" w="med" len="med"/>
            <a:tailEnd type="none" w="med" len="med"/>
          </a:ln>
          <a:effectLst/>
        </p:spPr>
        <p:txBody>
          <a:bodyPr lIns="91440" tIns="91440" rIns="91440" bIns="91440" rtlCol="0" anchor="ctr">
            <a:noAutofit/>
          </a:bodyPr>
          <a:lstStyle/>
          <a:p>
            <a:pPr marL="627071" defTabSz="914411">
              <a:defRPr/>
            </a:pPr>
            <a:endParaRPr lang="en-US" sz="1200" b="1" kern="0">
              <a:solidFill>
                <a:srgbClr val="FFFFFF">
                  <a:lumMod val="95000"/>
                </a:srgbClr>
              </a:solidFill>
              <a:latin typeface="Proxima Nova Rg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FAB11CE-9B6C-AC4C-EA02-C48CEEF21F68}"/>
              </a:ext>
            </a:extLst>
          </p:cNvPr>
          <p:cNvSpPr/>
          <p:nvPr/>
        </p:nvSpPr>
        <p:spPr>
          <a:xfrm>
            <a:off x="4715991" y="4253622"/>
            <a:ext cx="4051353" cy="1029600"/>
          </a:xfrm>
          <a:prstGeom prst="rect">
            <a:avLst/>
          </a:prstGeom>
          <a:solidFill>
            <a:schemeClr val="accent3"/>
          </a:solidFill>
          <a:ln w="19050" cap="flat" cmpd="sng" algn="ctr">
            <a:noFill/>
            <a:prstDash val="sysDot"/>
            <a:headEnd type="none" w="med" len="med"/>
            <a:tailEnd type="none" w="med" len="med"/>
          </a:ln>
          <a:effectLst/>
        </p:spPr>
        <p:txBody>
          <a:bodyPr lIns="91440" tIns="91440" rIns="91440" bIns="91440" rtlCol="0" anchor="ctr">
            <a:noAutofit/>
          </a:bodyPr>
          <a:lstStyle/>
          <a:p>
            <a:pPr marL="627071" defTabSz="914411">
              <a:defRPr/>
            </a:pPr>
            <a:endParaRPr lang="en-US" sz="1200" b="1" kern="0">
              <a:solidFill>
                <a:srgbClr val="FFFFFF">
                  <a:lumMod val="95000"/>
                </a:srgbClr>
              </a:solidFill>
              <a:latin typeface="Proxima Nova Rg"/>
            </a:endParaRPr>
          </a:p>
        </p:txBody>
      </p:sp>
      <p:pic>
        <p:nvPicPr>
          <p:cNvPr id="23" name="Graphic 22" descr="Document with solid fill">
            <a:extLst>
              <a:ext uri="{FF2B5EF4-FFF2-40B4-BE49-F238E27FC236}">
                <a16:creationId xmlns:a16="http://schemas.microsoft.com/office/drawing/2014/main" id="{3F6FA209-1516-B202-FD5F-626AE9CA02B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29045" y="2295919"/>
            <a:ext cx="468000" cy="468000"/>
          </a:xfrm>
          <a:prstGeom prst="rect">
            <a:avLst/>
          </a:prstGeom>
        </p:spPr>
      </p:pic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89EA66F7-FDEA-DA77-8C20-2DB14E180953}"/>
              </a:ext>
            </a:extLst>
          </p:cNvPr>
          <p:cNvCxnSpPr>
            <a:cxnSpLocks/>
            <a:stCxn id="21" idx="3"/>
          </p:cNvCxnSpPr>
          <p:nvPr/>
        </p:nvCxnSpPr>
        <p:spPr>
          <a:xfrm flipV="1">
            <a:off x="8767344" y="2735119"/>
            <a:ext cx="855627" cy="915982"/>
          </a:xfrm>
          <a:prstGeom prst="bentConnector3">
            <a:avLst/>
          </a:prstGeom>
          <a:noFill/>
          <a:ln w="9525" cap="flat" cmpd="sng" algn="ctr">
            <a:solidFill>
              <a:srgbClr val="000000"/>
            </a:solidFill>
            <a:prstDash val="solid"/>
            <a:headEnd type="none" w="med" len="med"/>
            <a:tailEnd type="triangle"/>
          </a:ln>
          <a:effectLst/>
        </p:spPr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304553A1-ED82-C950-1ADA-BCE41206D687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8767344" y="3651101"/>
            <a:ext cx="855627" cy="912121"/>
          </a:xfrm>
          <a:prstGeom prst="bentConnector3">
            <a:avLst/>
          </a:prstGeom>
          <a:noFill/>
          <a:ln w="9525" cap="flat" cmpd="sng" algn="ctr">
            <a:solidFill>
              <a:srgbClr val="000000"/>
            </a:solidFill>
            <a:prstDash val="solid"/>
            <a:headEnd type="none" w="med" len="med"/>
            <a:tailEnd type="triangle"/>
          </a:ln>
          <a:effectLst/>
        </p:spPr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F85A71EB-6BB5-6289-D22D-E57E9224E253}"/>
              </a:ext>
            </a:extLst>
          </p:cNvPr>
          <p:cNvCxnSpPr>
            <a:cxnSpLocks/>
            <a:stCxn id="22" idx="3"/>
          </p:cNvCxnSpPr>
          <p:nvPr/>
        </p:nvCxnSpPr>
        <p:spPr>
          <a:xfrm flipV="1">
            <a:off x="8767344" y="4563223"/>
            <a:ext cx="855627" cy="205200"/>
          </a:xfrm>
          <a:prstGeom prst="bentConnector3">
            <a:avLst/>
          </a:prstGeom>
          <a:noFill/>
          <a:ln w="9525" cap="flat" cmpd="sng" algn="ctr">
            <a:solidFill>
              <a:srgbClr val="000000"/>
            </a:solidFill>
            <a:prstDash val="solid"/>
            <a:headEnd type="none" w="med" len="med"/>
            <a:tailEnd type="triangle"/>
          </a:ln>
          <a:effectLst/>
        </p:spPr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2AE3B66D-90A2-0676-FE05-07617EA97435}"/>
              </a:ext>
            </a:extLst>
          </p:cNvPr>
          <p:cNvSpPr/>
          <p:nvPr/>
        </p:nvSpPr>
        <p:spPr>
          <a:xfrm>
            <a:off x="4715991" y="5473094"/>
            <a:ext cx="4051353" cy="8716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9050" cap="flat" cmpd="sng" algn="ctr">
            <a:noFill/>
            <a:prstDash val="sysDot"/>
            <a:headEnd type="none" w="med" len="med"/>
            <a:tailEnd type="none" w="med" len="med"/>
          </a:ln>
          <a:effectLst/>
        </p:spPr>
        <p:txBody>
          <a:bodyPr lIns="91440" tIns="91440" rIns="91440" bIns="91440" rtlCol="0" anchor="ctr">
            <a:noAutofit/>
          </a:bodyPr>
          <a:lstStyle/>
          <a:p>
            <a:pPr marL="628659" defTabSz="914411">
              <a:defRPr/>
            </a:pPr>
            <a:endParaRPr lang="en-US" sz="1200" b="1" kern="0">
              <a:solidFill>
                <a:srgbClr val="FFFFFF"/>
              </a:solidFill>
              <a:latin typeface="Proxima Nova Rg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41A8334-54F1-E9B1-838F-C59A531ABCBD}"/>
              </a:ext>
            </a:extLst>
          </p:cNvPr>
          <p:cNvCxnSpPr>
            <a:stCxn id="22" idx="2"/>
            <a:endCxn id="27" idx="0"/>
          </p:cNvCxnSpPr>
          <p:nvPr/>
        </p:nvCxnSpPr>
        <p:spPr>
          <a:xfrm>
            <a:off x="6741668" y="5283222"/>
            <a:ext cx="0" cy="189870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headEnd type="none" w="med" len="med"/>
            <a:tailEnd type="triangle"/>
          </a:ln>
          <a:effectLst/>
        </p:spPr>
      </p:cxnSp>
      <p:pic>
        <p:nvPicPr>
          <p:cNvPr id="29" name="Graphic 28" descr="Newspaper outline">
            <a:extLst>
              <a:ext uri="{FF2B5EF4-FFF2-40B4-BE49-F238E27FC236}">
                <a16:creationId xmlns:a16="http://schemas.microsoft.com/office/drawing/2014/main" id="{2AECD535-8CA9-343E-7AC1-4275C7DBC5A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867147" y="5674913"/>
            <a:ext cx="468000" cy="468000"/>
          </a:xfrm>
          <a:prstGeom prst="rect">
            <a:avLst/>
          </a:prstGeom>
        </p:spPr>
      </p:pic>
      <p:sp>
        <p:nvSpPr>
          <p:cNvPr id="30" name="Text Placeholder 101">
            <a:extLst>
              <a:ext uri="{FF2B5EF4-FFF2-40B4-BE49-F238E27FC236}">
                <a16:creationId xmlns:a16="http://schemas.microsoft.com/office/drawing/2014/main" id="{F1D87E51-85F5-B87C-8B7C-E0B5A669D80B}"/>
              </a:ext>
            </a:extLst>
          </p:cNvPr>
          <p:cNvSpPr txBox="1">
            <a:spLocks/>
          </p:cNvSpPr>
          <p:nvPr/>
        </p:nvSpPr>
        <p:spPr>
          <a:xfrm>
            <a:off x="995364" y="2015119"/>
            <a:ext cx="2865436" cy="1028700"/>
          </a:xfrm>
          <a:prstGeom prst="rect">
            <a:avLst/>
          </a:prstGeom>
        </p:spPr>
        <p:txBody>
          <a:bodyPr anchor="ctr"/>
          <a:lstStyle>
            <a:lvl1pPr marL="0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kumimoji="0" lang="en-US" sz="1200" b="1" i="0" u="none" strike="noStrike" kern="0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kumimoji="0" lang="en-US" sz="1200" b="1" i="0" u="none" strike="noStrike" kern="0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kumimoji="0" lang="en-US" sz="1200" b="1" i="0" u="none" strike="noStrike" kern="0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kumimoji="0" lang="en-US" sz="1200" b="1" i="0" u="none" strike="noStrike" kern="0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kumimoji="0" lang="en-US" sz="1200" b="1" i="0" u="none" strike="noStrike" kern="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/>
              <a:t>Analysis section 1</a:t>
            </a:r>
          </a:p>
        </p:txBody>
      </p:sp>
      <p:sp>
        <p:nvSpPr>
          <p:cNvPr id="31" name="Text Placeholder 101">
            <a:extLst>
              <a:ext uri="{FF2B5EF4-FFF2-40B4-BE49-F238E27FC236}">
                <a16:creationId xmlns:a16="http://schemas.microsoft.com/office/drawing/2014/main" id="{C691FBB5-3059-38A3-963D-970CB323ED28}"/>
              </a:ext>
            </a:extLst>
          </p:cNvPr>
          <p:cNvSpPr txBox="1">
            <a:spLocks/>
          </p:cNvSpPr>
          <p:nvPr/>
        </p:nvSpPr>
        <p:spPr>
          <a:xfrm>
            <a:off x="995364" y="3135946"/>
            <a:ext cx="2865436" cy="1028700"/>
          </a:xfrm>
          <a:prstGeom prst="rect">
            <a:avLst/>
          </a:prstGeom>
        </p:spPr>
        <p:txBody>
          <a:bodyPr anchor="ctr"/>
          <a:lstStyle>
            <a:lvl1pPr marL="0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kumimoji="0" lang="en-US" sz="1200" b="1" i="0" u="none" strike="noStrike" kern="0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kumimoji="0" lang="en-US" sz="1200" b="1" i="0" u="none" strike="noStrike" kern="0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kumimoji="0" lang="en-US" sz="1200" b="1" i="0" u="none" strike="noStrike" kern="0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kumimoji="0" lang="en-US" sz="1200" b="1" i="0" u="none" strike="noStrike" kern="0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kumimoji="0" lang="en-US" sz="1200" b="1" i="0" u="none" strike="noStrike" kern="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/>
              <a:t>Analysis section 2</a:t>
            </a:r>
          </a:p>
        </p:txBody>
      </p:sp>
      <p:sp>
        <p:nvSpPr>
          <p:cNvPr id="32" name="Text Placeholder 101">
            <a:extLst>
              <a:ext uri="{FF2B5EF4-FFF2-40B4-BE49-F238E27FC236}">
                <a16:creationId xmlns:a16="http://schemas.microsoft.com/office/drawing/2014/main" id="{E5F2706A-672E-1125-7F79-D3675070342E}"/>
              </a:ext>
            </a:extLst>
          </p:cNvPr>
          <p:cNvSpPr txBox="1">
            <a:spLocks/>
          </p:cNvSpPr>
          <p:nvPr/>
        </p:nvSpPr>
        <p:spPr>
          <a:xfrm>
            <a:off x="995364" y="4258739"/>
            <a:ext cx="2865436" cy="1028700"/>
          </a:xfrm>
          <a:prstGeom prst="rect">
            <a:avLst/>
          </a:prstGeom>
        </p:spPr>
        <p:txBody>
          <a:bodyPr anchor="ctr"/>
          <a:lstStyle>
            <a:lvl1pPr marL="0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kumimoji="0" lang="en-US" sz="1200" b="1" i="0" u="none" strike="noStrike" kern="0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kumimoji="0" lang="en-US" sz="1200" b="1" i="0" u="none" strike="noStrike" kern="0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kumimoji="0" lang="en-US" sz="1200" b="1" i="0" u="none" strike="noStrike" kern="0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kumimoji="0" lang="en-US" sz="1200" b="1" i="0" u="none" strike="noStrike" kern="0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kumimoji="0" lang="en-US" sz="1200" b="1" i="0" u="none" strike="noStrike" kern="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/>
              <a:t>Analysis section 3</a:t>
            </a:r>
          </a:p>
        </p:txBody>
      </p:sp>
      <p:pic>
        <p:nvPicPr>
          <p:cNvPr id="33" name="Graphic 32" descr="Statistics with solid fill">
            <a:extLst>
              <a:ext uri="{FF2B5EF4-FFF2-40B4-BE49-F238E27FC236}">
                <a16:creationId xmlns:a16="http://schemas.microsoft.com/office/drawing/2014/main" id="{E75806A0-70A6-5EC4-325D-2E7148D0700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9390" y="3417457"/>
            <a:ext cx="468000" cy="468000"/>
          </a:xfrm>
          <a:prstGeom prst="rect">
            <a:avLst/>
          </a:prstGeom>
        </p:spPr>
      </p:pic>
      <p:pic>
        <p:nvPicPr>
          <p:cNvPr id="34" name="Graphic 33" descr="Statistics with solid fill">
            <a:extLst>
              <a:ext uri="{FF2B5EF4-FFF2-40B4-BE49-F238E27FC236}">
                <a16:creationId xmlns:a16="http://schemas.microsoft.com/office/drawing/2014/main" id="{DFB1A755-D2CF-4B1E-7B23-C57583274C5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8788" y="2296275"/>
            <a:ext cx="468000" cy="468000"/>
          </a:xfrm>
          <a:prstGeom prst="rect">
            <a:avLst/>
          </a:prstGeom>
        </p:spPr>
      </p:pic>
      <p:sp>
        <p:nvSpPr>
          <p:cNvPr id="35" name="Text Placeholder 101">
            <a:extLst>
              <a:ext uri="{FF2B5EF4-FFF2-40B4-BE49-F238E27FC236}">
                <a16:creationId xmlns:a16="http://schemas.microsoft.com/office/drawing/2014/main" id="{001FAB4D-D5B9-CCE1-38F4-F70E643EF87B}"/>
              </a:ext>
            </a:extLst>
          </p:cNvPr>
          <p:cNvSpPr txBox="1">
            <a:spLocks/>
          </p:cNvSpPr>
          <p:nvPr/>
        </p:nvSpPr>
        <p:spPr>
          <a:xfrm>
            <a:off x="5343612" y="3135946"/>
            <a:ext cx="3423730" cy="1028700"/>
          </a:xfrm>
          <a:prstGeom prst="rect">
            <a:avLst/>
          </a:prstGeom>
        </p:spPr>
        <p:txBody>
          <a:bodyPr anchor="ctr"/>
          <a:lstStyle>
            <a:lvl1pPr marL="0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kumimoji="0" lang="en-US" sz="1200" b="1" i="0" u="none" strike="noStrike" kern="0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kumimoji="0" lang="en-US" sz="1200" b="1" i="0" u="none" strike="noStrike" kern="0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kumimoji="0" lang="en-US" sz="1200" b="1" i="0" u="none" strike="noStrike" kern="0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kumimoji="0" lang="en-US" sz="1200" b="1" i="0" u="none" strike="noStrike" kern="0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kumimoji="0" lang="en-US" sz="1200" b="1" i="0" u="none" strike="noStrike" kern="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/>
              <a:t>Intermediate output 2</a:t>
            </a:r>
          </a:p>
        </p:txBody>
      </p:sp>
      <p:sp>
        <p:nvSpPr>
          <p:cNvPr id="36" name="Text Placeholder 101">
            <a:extLst>
              <a:ext uri="{FF2B5EF4-FFF2-40B4-BE49-F238E27FC236}">
                <a16:creationId xmlns:a16="http://schemas.microsoft.com/office/drawing/2014/main" id="{E177F747-D99C-A064-AD23-9747544BD73B}"/>
              </a:ext>
            </a:extLst>
          </p:cNvPr>
          <p:cNvSpPr txBox="1">
            <a:spLocks/>
          </p:cNvSpPr>
          <p:nvPr/>
        </p:nvSpPr>
        <p:spPr>
          <a:xfrm>
            <a:off x="5343612" y="2015119"/>
            <a:ext cx="3423730" cy="1028700"/>
          </a:xfrm>
          <a:prstGeom prst="rect">
            <a:avLst/>
          </a:prstGeom>
        </p:spPr>
        <p:txBody>
          <a:bodyPr anchor="ctr"/>
          <a:lstStyle>
            <a:lvl1pPr marL="0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kumimoji="0" lang="en-US" sz="1200" b="1" i="0" u="none" strike="noStrike" kern="0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kumimoji="0" lang="en-US" sz="1200" b="1" i="0" u="none" strike="noStrike" kern="0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kumimoji="0" lang="en-US" sz="1200" b="1" i="0" u="none" strike="noStrike" kern="0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kumimoji="0" lang="en-US" sz="1200" b="1" i="0" u="none" strike="noStrike" kern="0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kumimoji="0" lang="en-US" sz="1200" b="1" i="0" u="none" strike="noStrike" kern="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/>
              <a:t>Intermediate output 1</a:t>
            </a:r>
          </a:p>
        </p:txBody>
      </p:sp>
      <p:sp>
        <p:nvSpPr>
          <p:cNvPr id="37" name="Text Placeholder 101">
            <a:extLst>
              <a:ext uri="{FF2B5EF4-FFF2-40B4-BE49-F238E27FC236}">
                <a16:creationId xmlns:a16="http://schemas.microsoft.com/office/drawing/2014/main" id="{A5CA387F-0596-2822-FBE7-FE97A6C27059}"/>
              </a:ext>
            </a:extLst>
          </p:cNvPr>
          <p:cNvSpPr txBox="1">
            <a:spLocks/>
          </p:cNvSpPr>
          <p:nvPr/>
        </p:nvSpPr>
        <p:spPr>
          <a:xfrm>
            <a:off x="5343612" y="4254522"/>
            <a:ext cx="3423730" cy="1028700"/>
          </a:xfrm>
          <a:prstGeom prst="rect">
            <a:avLst/>
          </a:prstGeom>
        </p:spPr>
        <p:txBody>
          <a:bodyPr anchor="ctr"/>
          <a:lstStyle>
            <a:lvl1pPr marL="0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kumimoji="0" lang="en-US" sz="1200" b="1" i="0" u="none" strike="noStrike" kern="0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kumimoji="0" lang="en-US" sz="1200" b="1" i="0" u="none" strike="noStrike" kern="0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kumimoji="0" lang="en-US" sz="1200" b="1" i="0" u="none" strike="noStrike" kern="0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kumimoji="0" lang="en-US" sz="1200" b="1" i="0" u="none" strike="noStrike" kern="0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kumimoji="0" lang="en-US" sz="1200" b="1" i="0" u="none" strike="noStrike" kern="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/>
              <a:t>Intermediate output 3</a:t>
            </a:r>
          </a:p>
        </p:txBody>
      </p:sp>
      <p:pic>
        <p:nvPicPr>
          <p:cNvPr id="38" name="Graphic 37" descr="Document with solid fill">
            <a:extLst>
              <a:ext uri="{FF2B5EF4-FFF2-40B4-BE49-F238E27FC236}">
                <a16:creationId xmlns:a16="http://schemas.microsoft.com/office/drawing/2014/main" id="{587B12AD-9597-A634-877A-C64B775CC29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29045" y="3417101"/>
            <a:ext cx="468000" cy="468000"/>
          </a:xfrm>
          <a:prstGeom prst="rect">
            <a:avLst/>
          </a:prstGeom>
        </p:spPr>
      </p:pic>
      <p:pic>
        <p:nvPicPr>
          <p:cNvPr id="39" name="Graphic 38" descr="Document with solid fill">
            <a:extLst>
              <a:ext uri="{FF2B5EF4-FFF2-40B4-BE49-F238E27FC236}">
                <a16:creationId xmlns:a16="http://schemas.microsoft.com/office/drawing/2014/main" id="{B2FE8511-4F4A-B5B1-58A4-3126CEFBC44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29045" y="4534422"/>
            <a:ext cx="468000" cy="468000"/>
          </a:xfrm>
          <a:prstGeom prst="rect">
            <a:avLst/>
          </a:prstGeom>
        </p:spPr>
      </p:pic>
      <p:sp>
        <p:nvSpPr>
          <p:cNvPr id="40" name="Text Placeholder 124">
            <a:extLst>
              <a:ext uri="{FF2B5EF4-FFF2-40B4-BE49-F238E27FC236}">
                <a16:creationId xmlns:a16="http://schemas.microsoft.com/office/drawing/2014/main" id="{8AE335C2-E01A-36D0-2CC9-C2BBCAD21679}"/>
              </a:ext>
            </a:extLst>
          </p:cNvPr>
          <p:cNvSpPr txBox="1">
            <a:spLocks/>
          </p:cNvSpPr>
          <p:nvPr/>
        </p:nvSpPr>
        <p:spPr>
          <a:xfrm>
            <a:off x="9621838" y="3833003"/>
            <a:ext cx="2222500" cy="145097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kumimoji="0" lang="en-US" sz="1200" b="0" i="0" u="none" strike="noStrike" kern="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1pPr>
            <a:lvl2pPr marL="0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kumimoji="0" lang="en-US" sz="1200" b="0" i="0" u="none" strike="noStrike" kern="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kumimoji="0" lang="en-US" sz="1200" b="0" i="0" u="none" strike="noStrike" kern="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kumimoji="0" lang="en-US" sz="1200" b="0" i="0" u="none" strike="noStrike" kern="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kumimoji="0" lang="en-US" sz="1200" b="0" i="0" u="none" strike="noStrike" kern="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/>
              <a:t>Final output 2</a:t>
            </a:r>
          </a:p>
        </p:txBody>
      </p:sp>
      <p:sp>
        <p:nvSpPr>
          <p:cNvPr id="41" name="Text Placeholder 124">
            <a:extLst>
              <a:ext uri="{FF2B5EF4-FFF2-40B4-BE49-F238E27FC236}">
                <a16:creationId xmlns:a16="http://schemas.microsoft.com/office/drawing/2014/main" id="{D0D57939-17E1-E857-3CF0-0C2659CA0898}"/>
              </a:ext>
            </a:extLst>
          </p:cNvPr>
          <p:cNvSpPr txBox="1">
            <a:spLocks/>
          </p:cNvSpPr>
          <p:nvPr/>
        </p:nvSpPr>
        <p:spPr>
          <a:xfrm>
            <a:off x="9621838" y="2015120"/>
            <a:ext cx="2222500" cy="145097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kumimoji="0" lang="en-US" sz="1200" b="0" i="0" u="none" strike="noStrike" kern="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1pPr>
            <a:lvl2pPr marL="0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kumimoji="0" lang="en-US" sz="1200" b="0" i="0" u="none" strike="noStrike" kern="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kumimoji="0" lang="en-US" sz="1200" b="0" i="0" u="none" strike="noStrike" kern="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kumimoji="0" lang="en-US" sz="1200" b="0" i="0" u="none" strike="noStrike" kern="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kumimoji="0" lang="en-US" sz="1200" b="0" i="0" u="none" strike="noStrike" kern="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/>
              <a:t>Final output 1</a:t>
            </a:r>
          </a:p>
        </p:txBody>
      </p:sp>
      <p:sp>
        <p:nvSpPr>
          <p:cNvPr id="42" name="Text Placeholder 128">
            <a:extLst>
              <a:ext uri="{FF2B5EF4-FFF2-40B4-BE49-F238E27FC236}">
                <a16:creationId xmlns:a16="http://schemas.microsoft.com/office/drawing/2014/main" id="{0F4C1A49-EAD8-2EEC-0491-4FC58FFF559E}"/>
              </a:ext>
            </a:extLst>
          </p:cNvPr>
          <p:cNvSpPr txBox="1">
            <a:spLocks/>
          </p:cNvSpPr>
          <p:nvPr/>
        </p:nvSpPr>
        <p:spPr>
          <a:xfrm>
            <a:off x="5343525" y="5473700"/>
            <a:ext cx="3424238" cy="871538"/>
          </a:xfrm>
          <a:prstGeom prst="rect">
            <a:avLst/>
          </a:prstGeom>
        </p:spPr>
        <p:txBody>
          <a:bodyPr anchor="ctr"/>
          <a:lstStyle>
            <a:lvl1pPr marL="0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kumimoji="0" lang="en-US" sz="1200" b="1" i="0" u="none" strike="noStrike" kern="0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kumimoji="0" lang="en-US" sz="1200" b="1" i="0" u="none" strike="noStrike" kern="0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kumimoji="0" lang="en-US" sz="1200" b="1" i="0" u="none" strike="noStrike" kern="0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kumimoji="0" lang="en-US" sz="1200" b="1" i="0" u="none" strike="noStrike" kern="0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kumimoji="0" lang="en-US" sz="1200" b="1" i="0" u="none" strike="noStrike" kern="0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Spin off work/benefits/outputs</a:t>
            </a:r>
          </a:p>
        </p:txBody>
      </p:sp>
      <p:sp>
        <p:nvSpPr>
          <p:cNvPr id="43" name="SmartArt Placeholder 131">
            <a:extLst>
              <a:ext uri="{FF2B5EF4-FFF2-40B4-BE49-F238E27FC236}">
                <a16:creationId xmlns:a16="http://schemas.microsoft.com/office/drawing/2014/main" id="{BD59571F-5CDB-5743-9600-0CD3A94CED76}"/>
              </a:ext>
            </a:extLst>
          </p:cNvPr>
          <p:cNvSpPr txBox="1">
            <a:spLocks/>
          </p:cNvSpPr>
          <p:nvPr/>
        </p:nvSpPr>
        <p:spPr>
          <a:xfrm>
            <a:off x="2160938" y="5483423"/>
            <a:ext cx="2312987" cy="851705"/>
          </a:xfrm>
          <a:prstGeom prst="wedgeRectCallout">
            <a:avLst>
              <a:gd name="adj1" fmla="val 58980"/>
              <a:gd name="adj2" fmla="val -16231"/>
            </a:avLst>
          </a:prstGeom>
          <a:ln w="19050">
            <a:solidFill>
              <a:schemeClr val="tx1"/>
            </a:solidFill>
          </a:ln>
        </p:spPr>
        <p:txBody>
          <a:bodyPr/>
          <a:lstStyle>
            <a:lvl1pPr marL="0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lang="en-US" sz="1200" b="0" i="0" kern="1200" baseline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AU"/>
              <a:t>Lorem Ipsum Lorem Ipsum Lorem Ipsum Lorem Ipsum Lorem Ipsum Lorem Ipsum Lorem Ipsum Lorem Ipsum </a:t>
            </a:r>
          </a:p>
        </p:txBody>
      </p:sp>
      <p:sp>
        <p:nvSpPr>
          <p:cNvPr id="44" name="Text Placeholder 79">
            <a:extLst>
              <a:ext uri="{FF2B5EF4-FFF2-40B4-BE49-F238E27FC236}">
                <a16:creationId xmlns:a16="http://schemas.microsoft.com/office/drawing/2014/main" id="{2A826C3B-5888-2A19-2F84-466FFF418C64}"/>
              </a:ext>
            </a:extLst>
          </p:cNvPr>
          <p:cNvSpPr txBox="1">
            <a:spLocks/>
          </p:cNvSpPr>
          <p:nvPr/>
        </p:nvSpPr>
        <p:spPr>
          <a:xfrm>
            <a:off x="335862" y="1575414"/>
            <a:ext cx="3489950" cy="288000"/>
          </a:xfrm>
          <a:prstGeom prst="rect">
            <a:avLst/>
          </a:prstGeom>
        </p:spPr>
        <p:txBody>
          <a:bodyPr anchor="ctr"/>
          <a:lstStyle>
            <a:lvl1pPr marL="0" indent="0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itchFamily="34" charset="0"/>
              <a:buNone/>
              <a:defRPr kumimoji="0" lang="en-US" sz="1400" b="1" i="0" u="none" strike="noStrike" kern="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1401"/>
              <a:t>Inputs/analysis title</a:t>
            </a:r>
          </a:p>
        </p:txBody>
      </p:sp>
      <p:sp>
        <p:nvSpPr>
          <p:cNvPr id="45" name="Text Placeholder 79">
            <a:extLst>
              <a:ext uri="{FF2B5EF4-FFF2-40B4-BE49-F238E27FC236}">
                <a16:creationId xmlns:a16="http://schemas.microsoft.com/office/drawing/2014/main" id="{A54F4347-07C4-4AC8-16F9-7C3B4EDE3D7D}"/>
              </a:ext>
            </a:extLst>
          </p:cNvPr>
          <p:cNvSpPr txBox="1">
            <a:spLocks/>
          </p:cNvSpPr>
          <p:nvPr/>
        </p:nvSpPr>
        <p:spPr>
          <a:xfrm>
            <a:off x="4715992" y="1575414"/>
            <a:ext cx="4051351" cy="288000"/>
          </a:xfrm>
          <a:prstGeom prst="rect">
            <a:avLst/>
          </a:prstGeom>
        </p:spPr>
        <p:txBody>
          <a:bodyPr anchor="ctr"/>
          <a:lstStyle>
            <a:lvl1pPr marL="0" indent="0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itchFamily="34" charset="0"/>
              <a:buNone/>
              <a:defRPr kumimoji="0" lang="en-US" sz="1400" b="1" i="0" u="none" strike="noStrike" kern="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1401"/>
              <a:t>Intermediate outputs</a:t>
            </a:r>
          </a:p>
        </p:txBody>
      </p:sp>
      <p:sp>
        <p:nvSpPr>
          <p:cNvPr id="46" name="Text Placeholder 79">
            <a:extLst>
              <a:ext uri="{FF2B5EF4-FFF2-40B4-BE49-F238E27FC236}">
                <a16:creationId xmlns:a16="http://schemas.microsoft.com/office/drawing/2014/main" id="{345F6BE0-1CE0-F698-23D0-4EC0B4CCCC60}"/>
              </a:ext>
            </a:extLst>
          </p:cNvPr>
          <p:cNvSpPr txBox="1">
            <a:spLocks/>
          </p:cNvSpPr>
          <p:nvPr/>
        </p:nvSpPr>
        <p:spPr>
          <a:xfrm>
            <a:off x="9625142" y="1575414"/>
            <a:ext cx="2219196" cy="288000"/>
          </a:xfrm>
          <a:prstGeom prst="rect">
            <a:avLst/>
          </a:prstGeom>
        </p:spPr>
        <p:txBody>
          <a:bodyPr anchor="ctr"/>
          <a:lstStyle>
            <a:lvl1pPr marL="0" indent="0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itchFamily="34" charset="0"/>
              <a:buNone/>
              <a:defRPr kumimoji="0" lang="en-US" sz="1400" b="1" i="0" u="none" strike="noStrike" kern="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1401"/>
              <a:t>Final outputs</a:t>
            </a:r>
          </a:p>
        </p:txBody>
      </p:sp>
    </p:spTree>
    <p:extLst>
      <p:ext uri="{BB962C8B-B14F-4D97-AF65-F5344CB8AC3E}">
        <p14:creationId xmlns:p14="http://schemas.microsoft.com/office/powerpoint/2010/main" val="12289805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" name="Object 30" hidden="1">
            <a:extLst>
              <a:ext uri="{FF2B5EF4-FFF2-40B4-BE49-F238E27FC236}">
                <a16:creationId xmlns:a16="http://schemas.microsoft.com/office/drawing/2014/main" id="{A7C01B39-5C0E-7C47-6590-E6EFAECB965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00002701"/>
              </p:ext>
            </p:extLst>
          </p:nvPr>
        </p:nvGraphicFramePr>
        <p:xfrm>
          <a:off x="1588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31" name="Object 30" hidden="1">
                        <a:extLst>
                          <a:ext uri="{FF2B5EF4-FFF2-40B4-BE49-F238E27FC236}">
                            <a16:creationId xmlns:a16="http://schemas.microsoft.com/office/drawing/2014/main" id="{A7C01B39-5C0E-7C47-6590-E6EFAECB965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58B05A5-B63B-3299-72C5-3694ACBB5D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183599-0F20-4188-F46F-40D64B222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41" name="Title 40">
            <a:extLst>
              <a:ext uri="{FF2B5EF4-FFF2-40B4-BE49-F238E27FC236}">
                <a16:creationId xmlns:a16="http://schemas.microsoft.com/office/drawing/2014/main" id="{26E240D7-EEF1-CE4B-CB36-B0F1F8787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BE2DC0-7113-3FF3-529A-A5A2CBE333D7}"/>
              </a:ext>
            </a:extLst>
          </p:cNvPr>
          <p:cNvSpPr/>
          <p:nvPr/>
        </p:nvSpPr>
        <p:spPr>
          <a:xfrm>
            <a:off x="674689" y="3332364"/>
            <a:ext cx="3742085" cy="842409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801" b="1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F6AFA0A-4465-D5E3-F966-978568451DC0}"/>
              </a:ext>
            </a:extLst>
          </p:cNvPr>
          <p:cNvSpPr/>
          <p:nvPr/>
        </p:nvSpPr>
        <p:spPr>
          <a:xfrm>
            <a:off x="4092200" y="5128501"/>
            <a:ext cx="3742085" cy="842409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801" b="1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BA5B7AD-99C4-9A5C-8FE8-2641D700E27D}"/>
              </a:ext>
            </a:extLst>
          </p:cNvPr>
          <p:cNvSpPr/>
          <p:nvPr/>
        </p:nvSpPr>
        <p:spPr>
          <a:xfrm>
            <a:off x="7376245" y="3326631"/>
            <a:ext cx="3742085" cy="842409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801" b="1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74984A-2BEE-7821-2E5F-AF076A8BC8CD}"/>
              </a:ext>
            </a:extLst>
          </p:cNvPr>
          <p:cNvSpPr/>
          <p:nvPr/>
        </p:nvSpPr>
        <p:spPr>
          <a:xfrm>
            <a:off x="7376245" y="2399952"/>
            <a:ext cx="3742085" cy="842409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801" b="1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74A7E42-F01A-8049-5D3B-1DD48F50AA85}"/>
              </a:ext>
            </a:extLst>
          </p:cNvPr>
          <p:cNvSpPr/>
          <p:nvPr/>
        </p:nvSpPr>
        <p:spPr>
          <a:xfrm>
            <a:off x="674689" y="2399952"/>
            <a:ext cx="3742085" cy="842409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801" b="1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0CE94688-E154-7E28-727E-CF3DE5DCE38A}"/>
              </a:ext>
            </a:extLst>
          </p:cNvPr>
          <p:cNvCxnSpPr>
            <a:cxnSpLocks/>
          </p:cNvCxnSpPr>
          <p:nvPr/>
        </p:nvCxnSpPr>
        <p:spPr>
          <a:xfrm>
            <a:off x="2548273" y="4156667"/>
            <a:ext cx="1541100" cy="625577"/>
          </a:xfrm>
          <a:prstGeom prst="bentConnector3">
            <a:avLst>
              <a:gd name="adj1" fmla="val 182"/>
            </a:avLst>
          </a:prstGeom>
          <a:noFill/>
          <a:ln w="1905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/>
        </p:spPr>
      </p:cxn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1EDAA134-7EAE-3585-F75F-9DC5D5355393}"/>
              </a:ext>
            </a:extLst>
          </p:cNvPr>
          <p:cNvCxnSpPr>
            <a:cxnSpLocks/>
          </p:cNvCxnSpPr>
          <p:nvPr/>
        </p:nvCxnSpPr>
        <p:spPr>
          <a:xfrm rot="10800000" flipV="1">
            <a:off x="7833374" y="4176766"/>
            <a:ext cx="1415787" cy="605477"/>
          </a:xfrm>
          <a:prstGeom prst="bentConnector3">
            <a:avLst>
              <a:gd name="adj1" fmla="val 647"/>
            </a:avLst>
          </a:prstGeom>
          <a:noFill/>
          <a:ln w="1905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/>
        </p:spPr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5086EC2-A415-FB30-B57E-AA53B5F694EE}"/>
              </a:ext>
            </a:extLst>
          </p:cNvPr>
          <p:cNvCxnSpPr>
            <a:cxnSpLocks/>
          </p:cNvCxnSpPr>
          <p:nvPr/>
        </p:nvCxnSpPr>
        <p:spPr>
          <a:xfrm flipV="1">
            <a:off x="2547708" y="2335227"/>
            <a:ext cx="0" cy="64869"/>
          </a:xfrm>
          <a:prstGeom prst="line">
            <a:avLst/>
          </a:prstGeom>
          <a:noFill/>
          <a:ln w="1905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/>
        </p:spPr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AC5CABF-AA9C-46C3-5D51-93884F966148}"/>
              </a:ext>
            </a:extLst>
          </p:cNvPr>
          <p:cNvCxnSpPr>
            <a:cxnSpLocks/>
          </p:cNvCxnSpPr>
          <p:nvPr/>
        </p:nvCxnSpPr>
        <p:spPr>
          <a:xfrm flipH="1" flipV="1">
            <a:off x="2547710" y="3242360"/>
            <a:ext cx="565" cy="64868"/>
          </a:xfrm>
          <a:prstGeom prst="line">
            <a:avLst/>
          </a:prstGeom>
          <a:noFill/>
          <a:ln w="1905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/>
        </p:spPr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22ABEC6-9595-7CC0-6653-EB58687ED326}"/>
              </a:ext>
            </a:extLst>
          </p:cNvPr>
          <p:cNvCxnSpPr>
            <a:cxnSpLocks/>
          </p:cNvCxnSpPr>
          <p:nvPr/>
        </p:nvCxnSpPr>
        <p:spPr>
          <a:xfrm flipH="1" flipV="1">
            <a:off x="9248592" y="2335227"/>
            <a:ext cx="565" cy="64869"/>
          </a:xfrm>
          <a:prstGeom prst="line">
            <a:avLst/>
          </a:prstGeom>
          <a:noFill/>
          <a:ln w="1905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/>
        </p:spPr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834669D-BD7A-738B-9304-A184286A297D}"/>
              </a:ext>
            </a:extLst>
          </p:cNvPr>
          <p:cNvCxnSpPr>
            <a:cxnSpLocks/>
          </p:cNvCxnSpPr>
          <p:nvPr/>
        </p:nvCxnSpPr>
        <p:spPr>
          <a:xfrm flipV="1">
            <a:off x="9249156" y="3242361"/>
            <a:ext cx="0" cy="84969"/>
          </a:xfrm>
          <a:prstGeom prst="line">
            <a:avLst/>
          </a:prstGeom>
          <a:noFill/>
          <a:ln w="1905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/>
        </p:spPr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2A7334A-E2A6-0BA9-F8A1-B4FCF1382BC5}"/>
              </a:ext>
            </a:extLst>
          </p:cNvPr>
          <p:cNvCxnSpPr>
            <a:cxnSpLocks/>
          </p:cNvCxnSpPr>
          <p:nvPr/>
        </p:nvCxnSpPr>
        <p:spPr>
          <a:xfrm flipV="1">
            <a:off x="5961372" y="5083538"/>
            <a:ext cx="0" cy="69381"/>
          </a:xfrm>
          <a:prstGeom prst="line">
            <a:avLst/>
          </a:prstGeom>
          <a:noFill/>
          <a:ln w="1905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/>
        </p:spPr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E2FB2720-C644-C284-04ED-9CAF072A0AE7}"/>
              </a:ext>
            </a:extLst>
          </p:cNvPr>
          <p:cNvSpPr/>
          <p:nvPr/>
        </p:nvSpPr>
        <p:spPr>
          <a:xfrm>
            <a:off x="400858" y="2449834"/>
            <a:ext cx="342900" cy="342900"/>
          </a:xfrm>
          <a:prstGeom prst="ellipse">
            <a:avLst/>
          </a:prstGeom>
          <a:solidFill>
            <a:srgbClr val="FFFFFF"/>
          </a:solidFill>
          <a:ln w="19050" cap="flat" cmpd="sng" algn="ctr">
            <a:solidFill>
              <a:srgbClr val="48BBC5">
                <a:lumMod val="50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 defTabSz="914411">
              <a:defRPr/>
            </a:pPr>
            <a:r>
              <a:rPr lang="en-US" sz="1401" b="1" kern="0">
                <a:solidFill>
                  <a:srgbClr val="000000"/>
                </a:solidFill>
                <a:latin typeface="Proxima Nova Rg"/>
              </a:rPr>
              <a:t>1</a:t>
            </a:r>
          </a:p>
        </p:txBody>
      </p:sp>
      <p:sp>
        <p:nvSpPr>
          <p:cNvPr id="19" name="Text Placeholder 97">
            <a:extLst>
              <a:ext uri="{FF2B5EF4-FFF2-40B4-BE49-F238E27FC236}">
                <a16:creationId xmlns:a16="http://schemas.microsoft.com/office/drawing/2014/main" id="{DFC012AA-5294-D9D2-65B9-814039A2E4FE}"/>
              </a:ext>
            </a:extLst>
          </p:cNvPr>
          <p:cNvSpPr txBox="1">
            <a:spLocks/>
          </p:cNvSpPr>
          <p:nvPr/>
        </p:nvSpPr>
        <p:spPr>
          <a:xfrm>
            <a:off x="674689" y="3326630"/>
            <a:ext cx="3744912" cy="842962"/>
          </a:xfrm>
          <a:prstGeom prst="rect">
            <a:avLst/>
          </a:prstGeom>
          <a:noFill/>
        </p:spPr>
        <p:txBody>
          <a:bodyPr anchor="ctr"/>
          <a:lstStyle>
            <a:lvl1pPr marL="85725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kumimoji="0" lang="en-US" sz="1200" b="0" i="0" u="none" strike="noStrike" kern="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kumimoji="0" lang="en-US" sz="1200" b="0" i="0" u="none" strike="noStrike" kern="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kumimoji="0" lang="en-US" sz="1200" b="0" i="0" u="none" strike="noStrike" kern="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kumimoji="0" lang="en-US" sz="1200" b="0" i="0" u="none" strike="noStrike" kern="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kumimoji="0" lang="en-US" sz="1200" b="0" i="0" u="none" strike="noStrike" kern="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/>
              <a:t>Step 2 explanation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2BA2CDE-B4CA-3BC9-B5E0-F60A6307389B}"/>
              </a:ext>
            </a:extLst>
          </p:cNvPr>
          <p:cNvSpPr/>
          <p:nvPr/>
        </p:nvSpPr>
        <p:spPr>
          <a:xfrm>
            <a:off x="400858" y="3354448"/>
            <a:ext cx="342900" cy="342900"/>
          </a:xfrm>
          <a:prstGeom prst="ellipse">
            <a:avLst/>
          </a:prstGeom>
          <a:solidFill>
            <a:srgbClr val="FFFFFF"/>
          </a:solidFill>
          <a:ln w="19050" cap="flat" cmpd="sng" algn="ctr">
            <a:solidFill>
              <a:srgbClr val="48BBC5">
                <a:lumMod val="50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 defTabSz="914411">
              <a:defRPr/>
            </a:pPr>
            <a:r>
              <a:rPr lang="en-US" sz="1401" b="1" kern="0">
                <a:solidFill>
                  <a:srgbClr val="000000"/>
                </a:solidFill>
                <a:latin typeface="Proxima Nova Rg"/>
              </a:rPr>
              <a:t>2</a:t>
            </a:r>
          </a:p>
        </p:txBody>
      </p:sp>
      <p:sp>
        <p:nvSpPr>
          <p:cNvPr id="21" name="Text Placeholder 97">
            <a:extLst>
              <a:ext uri="{FF2B5EF4-FFF2-40B4-BE49-F238E27FC236}">
                <a16:creationId xmlns:a16="http://schemas.microsoft.com/office/drawing/2014/main" id="{D4A490B4-044E-95F5-BC5E-EF9EBBAFA4AD}"/>
              </a:ext>
            </a:extLst>
          </p:cNvPr>
          <p:cNvSpPr txBox="1">
            <a:spLocks/>
          </p:cNvSpPr>
          <p:nvPr/>
        </p:nvSpPr>
        <p:spPr>
          <a:xfrm>
            <a:off x="7376244" y="2399949"/>
            <a:ext cx="3744912" cy="842962"/>
          </a:xfrm>
          <a:prstGeom prst="rect">
            <a:avLst/>
          </a:prstGeom>
          <a:noFill/>
        </p:spPr>
        <p:txBody>
          <a:bodyPr anchor="ctr"/>
          <a:lstStyle>
            <a:lvl1pPr marL="85725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kumimoji="0" lang="en-US" sz="1200" b="0" i="0" u="none" strike="noStrike" kern="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kumimoji="0" lang="en-US" sz="1200" b="0" i="0" u="none" strike="noStrike" kern="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kumimoji="0" lang="en-US" sz="1200" b="0" i="0" u="none" strike="noStrike" kern="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kumimoji="0" lang="en-US" sz="1200" b="0" i="0" u="none" strike="noStrike" kern="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kumimoji="0" lang="en-US" sz="1200" b="0" i="0" u="none" strike="noStrike" kern="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/>
              <a:t>Step 3 explanation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80EE707-550D-8D2D-5D1C-8801C72BC476}"/>
              </a:ext>
            </a:extLst>
          </p:cNvPr>
          <p:cNvSpPr/>
          <p:nvPr/>
        </p:nvSpPr>
        <p:spPr>
          <a:xfrm>
            <a:off x="7141181" y="2449834"/>
            <a:ext cx="342900" cy="342900"/>
          </a:xfrm>
          <a:prstGeom prst="ellipse">
            <a:avLst/>
          </a:prstGeom>
          <a:solidFill>
            <a:srgbClr val="FFFFFF"/>
          </a:solidFill>
          <a:ln w="19050" cap="flat" cmpd="sng" algn="ctr">
            <a:solidFill>
              <a:srgbClr val="48BBC5">
                <a:lumMod val="50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 defTabSz="914411">
              <a:defRPr/>
            </a:pPr>
            <a:r>
              <a:rPr lang="en-US" sz="1401" b="1" kern="0">
                <a:solidFill>
                  <a:srgbClr val="000000"/>
                </a:solidFill>
                <a:latin typeface="Proxima Nova Rg"/>
              </a:rPr>
              <a:t>3</a:t>
            </a:r>
          </a:p>
        </p:txBody>
      </p:sp>
      <p:sp>
        <p:nvSpPr>
          <p:cNvPr id="23" name="Text Placeholder 97">
            <a:extLst>
              <a:ext uri="{FF2B5EF4-FFF2-40B4-BE49-F238E27FC236}">
                <a16:creationId xmlns:a16="http://schemas.microsoft.com/office/drawing/2014/main" id="{C018F4CC-09CA-6586-9323-5320133CE334}"/>
              </a:ext>
            </a:extLst>
          </p:cNvPr>
          <p:cNvSpPr txBox="1">
            <a:spLocks/>
          </p:cNvSpPr>
          <p:nvPr/>
        </p:nvSpPr>
        <p:spPr>
          <a:xfrm>
            <a:off x="7376244" y="3326630"/>
            <a:ext cx="3744912" cy="842962"/>
          </a:xfrm>
          <a:prstGeom prst="rect">
            <a:avLst/>
          </a:prstGeom>
          <a:noFill/>
        </p:spPr>
        <p:txBody>
          <a:bodyPr anchor="ctr"/>
          <a:lstStyle>
            <a:lvl1pPr marL="85725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kumimoji="0" lang="en-US" sz="1200" b="0" i="0" u="none" strike="noStrike" kern="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kumimoji="0" lang="en-US" sz="1200" b="0" i="0" u="none" strike="noStrike" kern="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kumimoji="0" lang="en-US" sz="1200" b="0" i="0" u="none" strike="noStrike" kern="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kumimoji="0" lang="en-US" sz="1200" b="0" i="0" u="none" strike="noStrike" kern="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kumimoji="0" lang="en-US" sz="1200" b="0" i="0" u="none" strike="noStrike" kern="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/>
              <a:t>Step 4 explanation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C4CAB91-9B69-3434-5EEA-F5A3EEF6C039}"/>
              </a:ext>
            </a:extLst>
          </p:cNvPr>
          <p:cNvSpPr/>
          <p:nvPr/>
        </p:nvSpPr>
        <p:spPr>
          <a:xfrm>
            <a:off x="7141181" y="3354448"/>
            <a:ext cx="342900" cy="342900"/>
          </a:xfrm>
          <a:prstGeom prst="ellipse">
            <a:avLst/>
          </a:prstGeom>
          <a:solidFill>
            <a:srgbClr val="FFFFFF"/>
          </a:solidFill>
          <a:ln w="19050" cap="flat" cmpd="sng" algn="ctr">
            <a:solidFill>
              <a:srgbClr val="48BBC5">
                <a:lumMod val="50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 defTabSz="914411">
              <a:defRPr/>
            </a:pPr>
            <a:r>
              <a:rPr lang="en-US" sz="1401" b="1" kern="0">
                <a:solidFill>
                  <a:srgbClr val="000000"/>
                </a:solidFill>
                <a:latin typeface="Proxima Nova Rg"/>
              </a:rPr>
              <a:t>4</a:t>
            </a:r>
          </a:p>
        </p:txBody>
      </p:sp>
      <p:sp>
        <p:nvSpPr>
          <p:cNvPr id="25" name="Text Placeholder 97">
            <a:extLst>
              <a:ext uri="{FF2B5EF4-FFF2-40B4-BE49-F238E27FC236}">
                <a16:creationId xmlns:a16="http://schemas.microsoft.com/office/drawing/2014/main" id="{37F8ABAA-140E-219A-370E-CBA28D0D46EE}"/>
              </a:ext>
            </a:extLst>
          </p:cNvPr>
          <p:cNvSpPr txBox="1">
            <a:spLocks/>
          </p:cNvSpPr>
          <p:nvPr/>
        </p:nvSpPr>
        <p:spPr>
          <a:xfrm>
            <a:off x="4119486" y="5127949"/>
            <a:ext cx="3744912" cy="842962"/>
          </a:xfrm>
          <a:prstGeom prst="rect">
            <a:avLst/>
          </a:prstGeom>
          <a:noFill/>
        </p:spPr>
        <p:txBody>
          <a:bodyPr anchor="ctr"/>
          <a:lstStyle>
            <a:lvl1pPr marL="85725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kumimoji="0" lang="en-US" sz="1200" b="0" i="0" u="none" strike="noStrike" kern="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kumimoji="0" lang="en-US" sz="1200" b="0" i="0" u="none" strike="noStrike" kern="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kumimoji="0" lang="en-US" sz="1200" b="0" i="0" u="none" strike="noStrike" kern="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kumimoji="0" lang="en-US" sz="1200" b="0" i="0" u="none" strike="noStrike" kern="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kumimoji="0" lang="en-US" sz="1200" b="0" i="0" u="none" strike="noStrike" kern="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/>
              <a:t>Step 5 explanation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FDBA9AF3-21B7-38E2-C82D-F4C9E5FD4280}"/>
              </a:ext>
            </a:extLst>
          </p:cNvPr>
          <p:cNvSpPr/>
          <p:nvPr/>
        </p:nvSpPr>
        <p:spPr>
          <a:xfrm>
            <a:off x="3824191" y="5212466"/>
            <a:ext cx="342900" cy="342900"/>
          </a:xfrm>
          <a:prstGeom prst="ellipse">
            <a:avLst/>
          </a:prstGeom>
          <a:solidFill>
            <a:srgbClr val="FFFFFF"/>
          </a:solidFill>
          <a:ln w="19050" cap="flat" cmpd="sng" algn="ctr">
            <a:solidFill>
              <a:srgbClr val="48BBC5">
                <a:lumMod val="50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 defTabSz="914411">
              <a:defRPr/>
            </a:pPr>
            <a:r>
              <a:rPr lang="en-US" sz="1401" b="1" kern="0">
                <a:solidFill>
                  <a:srgbClr val="000000"/>
                </a:solidFill>
                <a:latin typeface="Proxima Nova Rg"/>
              </a:rPr>
              <a:t>5</a:t>
            </a:r>
          </a:p>
        </p:txBody>
      </p:sp>
      <p:sp>
        <p:nvSpPr>
          <p:cNvPr id="27" name="Text Placeholder 97">
            <a:extLst>
              <a:ext uri="{FF2B5EF4-FFF2-40B4-BE49-F238E27FC236}">
                <a16:creationId xmlns:a16="http://schemas.microsoft.com/office/drawing/2014/main" id="{EC19754E-7F92-BBA3-A8BA-EB923DE51E8E}"/>
              </a:ext>
            </a:extLst>
          </p:cNvPr>
          <p:cNvSpPr txBox="1">
            <a:spLocks/>
          </p:cNvSpPr>
          <p:nvPr/>
        </p:nvSpPr>
        <p:spPr>
          <a:xfrm>
            <a:off x="7376244" y="1742846"/>
            <a:ext cx="3744912" cy="592066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85725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kumimoji="0" lang="en-US" sz="1200" b="1" i="0" u="none" strike="noStrike" kern="0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kumimoji="0" lang="en-US" sz="1200" b="0" i="0" u="none" strike="noStrike" kern="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kumimoji="0" lang="en-US" sz="1200" b="0" i="0" u="none" strike="noStrike" kern="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kumimoji="0" lang="en-US" sz="1200" b="0" i="0" u="none" strike="noStrike" kern="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kumimoji="0" lang="en-US" sz="1200" b="0" i="0" u="none" strike="noStrike" kern="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AU"/>
              <a:t>Branch 2 title</a:t>
            </a:r>
          </a:p>
        </p:txBody>
      </p:sp>
      <p:sp>
        <p:nvSpPr>
          <p:cNvPr id="28" name="Text Placeholder 97">
            <a:extLst>
              <a:ext uri="{FF2B5EF4-FFF2-40B4-BE49-F238E27FC236}">
                <a16:creationId xmlns:a16="http://schemas.microsoft.com/office/drawing/2014/main" id="{781ED98B-E387-616D-9C52-F550BC45DA4F}"/>
              </a:ext>
            </a:extLst>
          </p:cNvPr>
          <p:cNvSpPr txBox="1">
            <a:spLocks/>
          </p:cNvSpPr>
          <p:nvPr/>
        </p:nvSpPr>
        <p:spPr>
          <a:xfrm>
            <a:off x="674689" y="1742846"/>
            <a:ext cx="3744912" cy="592066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85725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kumimoji="0" lang="en-US" sz="1200" b="1" i="0" u="none" strike="noStrike" kern="0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kumimoji="0" lang="en-US" sz="1200" b="0" i="0" u="none" strike="noStrike" kern="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kumimoji="0" lang="en-US" sz="1200" b="0" i="0" u="none" strike="noStrike" kern="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kumimoji="0" lang="en-US" sz="1200" b="0" i="0" u="none" strike="noStrike" kern="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kumimoji="0" lang="en-US" sz="1200" b="0" i="0" u="none" strike="noStrike" kern="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AU"/>
              <a:t>Branch 1 title</a:t>
            </a:r>
          </a:p>
        </p:txBody>
      </p:sp>
      <p:sp>
        <p:nvSpPr>
          <p:cNvPr id="29" name="Text Placeholder 97">
            <a:extLst>
              <a:ext uri="{FF2B5EF4-FFF2-40B4-BE49-F238E27FC236}">
                <a16:creationId xmlns:a16="http://schemas.microsoft.com/office/drawing/2014/main" id="{F864370D-BC7F-35B8-DFC3-0B94B99CD96A}"/>
              </a:ext>
            </a:extLst>
          </p:cNvPr>
          <p:cNvSpPr txBox="1">
            <a:spLocks/>
          </p:cNvSpPr>
          <p:nvPr/>
        </p:nvSpPr>
        <p:spPr>
          <a:xfrm>
            <a:off x="4088461" y="4491472"/>
            <a:ext cx="3744912" cy="592066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85725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kumimoji="0" lang="en-US" sz="1200" b="1" i="0" u="none" strike="noStrike" kern="0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kumimoji="0" lang="en-US" sz="1200" b="0" i="0" u="none" strike="noStrike" kern="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kumimoji="0" lang="en-US" sz="1200" b="0" i="0" u="none" strike="noStrike" kern="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kumimoji="0" lang="en-US" sz="1200" b="0" i="0" u="none" strike="noStrike" kern="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kumimoji="0" lang="en-US" sz="1200" b="0" i="0" u="none" strike="noStrike" kern="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AU"/>
              <a:t>Final output title</a:t>
            </a:r>
          </a:p>
        </p:txBody>
      </p:sp>
      <p:sp>
        <p:nvSpPr>
          <p:cNvPr id="30" name="Text Placeholder 97">
            <a:extLst>
              <a:ext uri="{FF2B5EF4-FFF2-40B4-BE49-F238E27FC236}">
                <a16:creationId xmlns:a16="http://schemas.microsoft.com/office/drawing/2014/main" id="{4865E3F1-D091-45A4-64F3-F2C3C4DE0537}"/>
              </a:ext>
            </a:extLst>
          </p:cNvPr>
          <p:cNvSpPr txBox="1">
            <a:spLocks/>
          </p:cNvSpPr>
          <p:nvPr/>
        </p:nvSpPr>
        <p:spPr>
          <a:xfrm>
            <a:off x="674689" y="2399949"/>
            <a:ext cx="3744912" cy="842962"/>
          </a:xfrm>
          <a:prstGeom prst="rect">
            <a:avLst/>
          </a:prstGeom>
          <a:noFill/>
        </p:spPr>
        <p:txBody>
          <a:bodyPr anchor="ctr"/>
          <a:lstStyle>
            <a:lvl1pPr marL="85725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kumimoji="0" lang="en-US" sz="1200" b="0" i="0" u="none" strike="noStrike" kern="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kumimoji="0" lang="en-US" sz="1200" b="0" i="0" u="none" strike="noStrike" kern="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kumimoji="0" lang="en-US" sz="1200" b="0" i="0" u="none" strike="noStrike" kern="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kumimoji="0" lang="en-US" sz="1200" b="0" i="0" u="none" strike="noStrike" kern="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kumimoji="0" lang="en-US" sz="1200" b="0" i="0" u="none" strike="noStrike" kern="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/>
              <a:t>Step 1 explanation</a:t>
            </a:r>
          </a:p>
        </p:txBody>
      </p:sp>
    </p:spTree>
    <p:extLst>
      <p:ext uri="{BB962C8B-B14F-4D97-AF65-F5344CB8AC3E}">
        <p14:creationId xmlns:p14="http://schemas.microsoft.com/office/powerpoint/2010/main" val="361010909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" name="Object 30" hidden="1">
            <a:extLst>
              <a:ext uri="{FF2B5EF4-FFF2-40B4-BE49-F238E27FC236}">
                <a16:creationId xmlns:a16="http://schemas.microsoft.com/office/drawing/2014/main" id="{3651406E-EFFA-AA12-9CEC-F000DED82B3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17913979"/>
              </p:ext>
            </p:extLst>
          </p:nvPr>
        </p:nvGraphicFramePr>
        <p:xfrm>
          <a:off x="1588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31" name="Object 30" hidden="1">
                        <a:extLst>
                          <a:ext uri="{FF2B5EF4-FFF2-40B4-BE49-F238E27FC236}">
                            <a16:creationId xmlns:a16="http://schemas.microsoft.com/office/drawing/2014/main" id="{3651406E-EFFA-AA12-9CEC-F000DED82B3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58B05A5-B63B-3299-72C5-3694ACBB5D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5AF4BF-807B-AB8D-6688-A48DE41EA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41" name="Title 40">
            <a:extLst>
              <a:ext uri="{FF2B5EF4-FFF2-40B4-BE49-F238E27FC236}">
                <a16:creationId xmlns:a16="http://schemas.microsoft.com/office/drawing/2014/main" id="{C5C0AABD-3E3F-48F3-346F-09DF6B80A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7C27DE-2961-0E75-6BC5-DEC101BBA15E}"/>
              </a:ext>
            </a:extLst>
          </p:cNvPr>
          <p:cNvSpPr/>
          <p:nvPr/>
        </p:nvSpPr>
        <p:spPr>
          <a:xfrm>
            <a:off x="4708869" y="3327833"/>
            <a:ext cx="7121854" cy="1425285"/>
          </a:xfrm>
          <a:prstGeom prst="rect">
            <a:avLst/>
          </a:prstGeom>
          <a:solidFill>
            <a:schemeClr val="bg1"/>
          </a:solidFill>
          <a:ln w="19050" cap="flat" cmpd="sng" algn="ctr">
            <a:noFill/>
            <a:prstDash val="sysDot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 defTabSz="914411">
              <a:defRPr/>
            </a:pPr>
            <a:endParaRPr lang="en-US" sz="1801" b="1" kern="0">
              <a:solidFill>
                <a:srgbClr val="FFFFFF"/>
              </a:solidFill>
              <a:latin typeface="Graphik" panose="020B0503030202060203" pitchFamily="34" charset="77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0C133F-CC77-54BD-FA3C-4840F6BF2ACB}"/>
              </a:ext>
            </a:extLst>
          </p:cNvPr>
          <p:cNvSpPr/>
          <p:nvPr/>
        </p:nvSpPr>
        <p:spPr>
          <a:xfrm>
            <a:off x="367953" y="4093715"/>
            <a:ext cx="4131397" cy="900000"/>
          </a:xfrm>
          <a:prstGeom prst="rect">
            <a:avLst/>
          </a:prstGeom>
          <a:solidFill>
            <a:schemeClr val="accent1">
              <a:lumMod val="25000"/>
              <a:lumOff val="75000"/>
            </a:schemeClr>
          </a:solidFill>
          <a:ln w="19050" cap="flat" cmpd="sng" algn="ctr">
            <a:noFill/>
            <a:prstDash val="sysDot"/>
            <a:headEnd type="none" w="med" len="med"/>
            <a:tailEnd type="none" w="med" len="med"/>
          </a:ln>
          <a:effectLst/>
        </p:spPr>
        <p:txBody>
          <a:bodyPr lIns="91440" tIns="731520" rIns="91440" bIns="91440" rtlCol="0" anchor="t">
            <a:noAutofit/>
          </a:bodyPr>
          <a:lstStyle/>
          <a:p>
            <a:pPr algn="ctr" defTabSz="914411">
              <a:defRPr/>
            </a:pPr>
            <a:endParaRPr lang="en-US" sz="1200" b="1" kern="0">
              <a:solidFill>
                <a:srgbClr val="000000"/>
              </a:solidFill>
              <a:latin typeface="Proxima Nova Rg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3898F4-DD5B-BC7F-9EB7-B99E476AC97D}"/>
              </a:ext>
            </a:extLst>
          </p:cNvPr>
          <p:cNvSpPr/>
          <p:nvPr/>
        </p:nvSpPr>
        <p:spPr>
          <a:xfrm>
            <a:off x="367953" y="5086248"/>
            <a:ext cx="4131397" cy="900000"/>
          </a:xfrm>
          <a:prstGeom prst="rect">
            <a:avLst/>
          </a:prstGeom>
          <a:solidFill>
            <a:schemeClr val="accent1">
              <a:lumMod val="75000"/>
              <a:lumOff val="25000"/>
            </a:schemeClr>
          </a:solidFill>
          <a:ln w="19050" cap="flat" cmpd="sng" algn="ctr">
            <a:noFill/>
            <a:prstDash val="sysDot"/>
            <a:headEnd type="none" w="med" len="med"/>
            <a:tailEnd type="none" w="med" len="med"/>
          </a:ln>
          <a:effectLst/>
        </p:spPr>
        <p:txBody>
          <a:bodyPr lIns="91440" tIns="731520" rIns="91440" bIns="91440" rtlCol="0" anchor="t">
            <a:noAutofit/>
          </a:bodyPr>
          <a:lstStyle/>
          <a:p>
            <a:pPr algn="ctr" defTabSz="914411">
              <a:defRPr/>
            </a:pPr>
            <a:endParaRPr lang="en-US" sz="1200" b="1" kern="0">
              <a:solidFill>
                <a:srgbClr val="000000"/>
              </a:solidFill>
              <a:latin typeface="Proxima Nova Rg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1ECF353-AA72-D13B-1FDD-DEE0064861B3}"/>
              </a:ext>
            </a:extLst>
          </p:cNvPr>
          <p:cNvSpPr/>
          <p:nvPr/>
        </p:nvSpPr>
        <p:spPr>
          <a:xfrm>
            <a:off x="4708869" y="4759286"/>
            <a:ext cx="7121854" cy="1223596"/>
          </a:xfrm>
          <a:prstGeom prst="rect">
            <a:avLst/>
          </a:prstGeom>
          <a:solidFill>
            <a:srgbClr val="969696">
              <a:lumMod val="20000"/>
              <a:lumOff val="80000"/>
            </a:srgbClr>
          </a:solidFill>
          <a:ln w="19050" cap="flat" cmpd="sng" algn="ctr">
            <a:noFill/>
            <a:prstDash val="sysDot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 defTabSz="914411">
              <a:defRPr/>
            </a:pPr>
            <a:endParaRPr lang="en-US" sz="1801" b="1" kern="0">
              <a:solidFill>
                <a:srgbClr val="FFFFFF"/>
              </a:solidFill>
              <a:latin typeface="Graphik" panose="020B0503030202060203" pitchFamily="34" charset="77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1485469-5342-9635-16F3-37714C2186CC}"/>
              </a:ext>
            </a:extLst>
          </p:cNvPr>
          <p:cNvSpPr/>
          <p:nvPr/>
        </p:nvSpPr>
        <p:spPr>
          <a:xfrm>
            <a:off x="4708869" y="2108651"/>
            <a:ext cx="7121854" cy="1223596"/>
          </a:xfrm>
          <a:prstGeom prst="rect">
            <a:avLst/>
          </a:prstGeom>
          <a:solidFill>
            <a:srgbClr val="969696">
              <a:lumMod val="20000"/>
              <a:lumOff val="80000"/>
            </a:srgbClr>
          </a:solidFill>
          <a:ln w="19050" cap="flat" cmpd="sng" algn="ctr">
            <a:noFill/>
            <a:prstDash val="sysDot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 defTabSz="914411">
              <a:defRPr/>
            </a:pPr>
            <a:endParaRPr lang="en-US" sz="1801" b="1" kern="0">
              <a:solidFill>
                <a:srgbClr val="FFFFFF"/>
              </a:solidFill>
              <a:latin typeface="Graphik" panose="020B0503030202060203" pitchFamily="34" charset="77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F60A6F2-76EE-A144-DF1D-5EFFAB77D50B}"/>
              </a:ext>
            </a:extLst>
          </p:cNvPr>
          <p:cNvCxnSpPr/>
          <p:nvPr/>
        </p:nvCxnSpPr>
        <p:spPr>
          <a:xfrm>
            <a:off x="343313" y="1893366"/>
            <a:ext cx="4147682" cy="0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/>
        </p:spPr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1B0826F-35AD-4A4B-7FC1-E06FC2CC61E2}"/>
              </a:ext>
            </a:extLst>
          </p:cNvPr>
          <p:cNvCxnSpPr>
            <a:cxnSpLocks/>
          </p:cNvCxnSpPr>
          <p:nvPr/>
        </p:nvCxnSpPr>
        <p:spPr>
          <a:xfrm>
            <a:off x="4718107" y="1893366"/>
            <a:ext cx="7111676" cy="0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/>
        </p:spPr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7EE2AE31-820A-B87D-7AC6-B87D19858422}"/>
              </a:ext>
            </a:extLst>
          </p:cNvPr>
          <p:cNvSpPr/>
          <p:nvPr/>
        </p:nvSpPr>
        <p:spPr>
          <a:xfrm>
            <a:off x="367953" y="2108652"/>
            <a:ext cx="4131397" cy="900000"/>
          </a:xfrm>
          <a:prstGeom prst="rect">
            <a:avLst/>
          </a:prstGeom>
          <a:solidFill>
            <a:schemeClr val="accent1">
              <a:lumMod val="10000"/>
              <a:lumOff val="90000"/>
            </a:schemeClr>
          </a:solidFill>
          <a:ln w="19050" cap="flat" cmpd="sng" algn="ctr">
            <a:noFill/>
            <a:prstDash val="sysDot"/>
            <a:headEnd type="none" w="med" len="med"/>
            <a:tailEnd type="none" w="med" len="med"/>
          </a:ln>
          <a:effectLst/>
        </p:spPr>
        <p:txBody>
          <a:bodyPr lIns="91440" tIns="731520" rIns="91440" bIns="91440" rtlCol="0" anchor="t">
            <a:noAutofit/>
          </a:bodyPr>
          <a:lstStyle/>
          <a:p>
            <a:pPr algn="ctr" defTabSz="914411">
              <a:defRPr/>
            </a:pPr>
            <a:endParaRPr lang="en-US" sz="1200" b="1" kern="0">
              <a:solidFill>
                <a:srgbClr val="000000"/>
              </a:solidFill>
              <a:latin typeface="Proxima Nova Rg"/>
            </a:endParaRP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CEEF6B23-CC5A-D80E-B0CD-0B0ACFA49CD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5593" y="2320751"/>
            <a:ext cx="475801" cy="475801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3D489B62-00C1-A8F7-DB6F-13E4EB24174B}"/>
              </a:ext>
            </a:extLst>
          </p:cNvPr>
          <p:cNvSpPr/>
          <p:nvPr/>
        </p:nvSpPr>
        <p:spPr>
          <a:xfrm>
            <a:off x="367953" y="3101183"/>
            <a:ext cx="4131397" cy="90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 cap="flat" cmpd="sng" algn="ctr">
            <a:noFill/>
            <a:prstDash val="sysDot"/>
            <a:headEnd type="none" w="med" len="med"/>
            <a:tailEnd type="none" w="med" len="med"/>
          </a:ln>
          <a:effectLst/>
        </p:spPr>
        <p:txBody>
          <a:bodyPr lIns="91440" tIns="731520" rIns="91440" bIns="91440" rtlCol="0" anchor="t">
            <a:noAutofit/>
          </a:bodyPr>
          <a:lstStyle/>
          <a:p>
            <a:pPr algn="ctr" defTabSz="914411">
              <a:defRPr/>
            </a:pPr>
            <a:endParaRPr lang="en-US" sz="1200" b="1" kern="0">
              <a:solidFill>
                <a:srgbClr val="000000"/>
              </a:solidFill>
              <a:latin typeface="Proxima Nova Rg"/>
            </a:endParaRP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53FC6CF9-7CE2-5776-F6C5-F5156A331F8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5593" y="3313283"/>
            <a:ext cx="475801" cy="475801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D86A8954-64A7-8231-21A8-A44876DE41F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5593" y="4305814"/>
            <a:ext cx="475801" cy="475801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6B3095B7-1EC8-EC33-20DE-AE254C02DE6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5593" y="5298348"/>
            <a:ext cx="475801" cy="475801"/>
          </a:xfrm>
          <a:prstGeom prst="rect">
            <a:avLst/>
          </a:prstGeom>
        </p:spPr>
      </p:pic>
      <p:sp>
        <p:nvSpPr>
          <p:cNvPr id="19" name="Text Placeholder 86">
            <a:extLst>
              <a:ext uri="{FF2B5EF4-FFF2-40B4-BE49-F238E27FC236}">
                <a16:creationId xmlns:a16="http://schemas.microsoft.com/office/drawing/2014/main" id="{C4703678-FEA8-5F93-86F4-4C294E6BF436}"/>
              </a:ext>
            </a:extLst>
          </p:cNvPr>
          <p:cNvSpPr txBox="1">
            <a:spLocks/>
          </p:cNvSpPr>
          <p:nvPr/>
        </p:nvSpPr>
        <p:spPr>
          <a:xfrm>
            <a:off x="1180959" y="2320751"/>
            <a:ext cx="3113086" cy="468313"/>
          </a:xfrm>
          <a:prstGeom prst="rect">
            <a:avLst/>
          </a:prstGeom>
        </p:spPr>
        <p:txBody>
          <a:bodyPr anchor="ctr"/>
          <a:lstStyle>
            <a:lvl1pPr marL="0" indent="0" algn="ctr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kumimoji="0" lang="en-US" sz="1200" b="0" i="0" u="none" strike="noStrike" kern="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/>
              <a:t>Lorem Ipsum</a:t>
            </a:r>
          </a:p>
        </p:txBody>
      </p:sp>
      <p:sp>
        <p:nvSpPr>
          <p:cNvPr id="20" name="Text Placeholder 86">
            <a:extLst>
              <a:ext uri="{FF2B5EF4-FFF2-40B4-BE49-F238E27FC236}">
                <a16:creationId xmlns:a16="http://schemas.microsoft.com/office/drawing/2014/main" id="{6DF05422-D852-4FA2-E4B5-09548DF8B6A9}"/>
              </a:ext>
            </a:extLst>
          </p:cNvPr>
          <p:cNvSpPr txBox="1">
            <a:spLocks/>
          </p:cNvSpPr>
          <p:nvPr/>
        </p:nvSpPr>
        <p:spPr>
          <a:xfrm>
            <a:off x="1180959" y="3320771"/>
            <a:ext cx="3113086" cy="468313"/>
          </a:xfrm>
          <a:prstGeom prst="rect">
            <a:avLst/>
          </a:prstGeom>
        </p:spPr>
        <p:txBody>
          <a:bodyPr anchor="ctr"/>
          <a:lstStyle>
            <a:lvl1pPr marL="0" indent="0" algn="ctr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kumimoji="0" lang="en-US" sz="1200" b="0" i="0" u="none" strike="noStrike" kern="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/>
              <a:t>Lorem Ipsum</a:t>
            </a:r>
          </a:p>
        </p:txBody>
      </p:sp>
      <p:sp>
        <p:nvSpPr>
          <p:cNvPr id="21" name="Text Placeholder 86">
            <a:extLst>
              <a:ext uri="{FF2B5EF4-FFF2-40B4-BE49-F238E27FC236}">
                <a16:creationId xmlns:a16="http://schemas.microsoft.com/office/drawing/2014/main" id="{E76321EF-6BBD-7450-6862-CCC156BB57AC}"/>
              </a:ext>
            </a:extLst>
          </p:cNvPr>
          <p:cNvSpPr txBox="1">
            <a:spLocks/>
          </p:cNvSpPr>
          <p:nvPr/>
        </p:nvSpPr>
        <p:spPr>
          <a:xfrm>
            <a:off x="1180959" y="4313302"/>
            <a:ext cx="3113086" cy="468313"/>
          </a:xfrm>
          <a:prstGeom prst="rect">
            <a:avLst/>
          </a:prstGeom>
        </p:spPr>
        <p:txBody>
          <a:bodyPr anchor="ctr"/>
          <a:lstStyle>
            <a:lvl1pPr marL="0" indent="0" algn="ctr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kumimoji="0" lang="en-US" sz="1200" b="0" i="0" u="none" strike="noStrike" kern="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/>
              <a:t>Lorem Ipsum</a:t>
            </a:r>
          </a:p>
        </p:txBody>
      </p:sp>
      <p:sp>
        <p:nvSpPr>
          <p:cNvPr id="22" name="Text Placeholder 86">
            <a:extLst>
              <a:ext uri="{FF2B5EF4-FFF2-40B4-BE49-F238E27FC236}">
                <a16:creationId xmlns:a16="http://schemas.microsoft.com/office/drawing/2014/main" id="{ED5074C9-F686-7334-205D-6CF3A9FE88CA}"/>
              </a:ext>
            </a:extLst>
          </p:cNvPr>
          <p:cNvSpPr txBox="1">
            <a:spLocks/>
          </p:cNvSpPr>
          <p:nvPr/>
        </p:nvSpPr>
        <p:spPr>
          <a:xfrm>
            <a:off x="1180959" y="5298349"/>
            <a:ext cx="3113086" cy="468313"/>
          </a:xfrm>
          <a:prstGeom prst="rect">
            <a:avLst/>
          </a:prstGeom>
        </p:spPr>
        <p:txBody>
          <a:bodyPr anchor="ctr"/>
          <a:lstStyle>
            <a:lvl1pPr marL="0" indent="0" algn="ctr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kumimoji="0" lang="en-US" sz="1200" b="0" i="0" u="none" strike="noStrike" kern="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/>
              <a:t>Lorem Ipsum</a:t>
            </a:r>
          </a:p>
        </p:txBody>
      </p:sp>
      <p:sp>
        <p:nvSpPr>
          <p:cNvPr id="23" name="Text Placeholder 86">
            <a:extLst>
              <a:ext uri="{FF2B5EF4-FFF2-40B4-BE49-F238E27FC236}">
                <a16:creationId xmlns:a16="http://schemas.microsoft.com/office/drawing/2014/main" id="{45D11582-1DCC-12D2-B3D4-3FC5BDB06D8D}"/>
              </a:ext>
            </a:extLst>
          </p:cNvPr>
          <p:cNvSpPr txBox="1">
            <a:spLocks/>
          </p:cNvSpPr>
          <p:nvPr/>
        </p:nvSpPr>
        <p:spPr>
          <a:xfrm>
            <a:off x="4787154" y="2467019"/>
            <a:ext cx="6948277" cy="778274"/>
          </a:xfrm>
          <a:prstGeom prst="rect">
            <a:avLst/>
          </a:prstGeom>
        </p:spPr>
        <p:txBody>
          <a:bodyPr anchor="t"/>
          <a:lstStyle>
            <a:lvl1pPr marL="171450" indent="-17145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kumimoji="0" lang="en-US" sz="1200" b="0" i="0" u="none" strike="noStrike" kern="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/>
              <a:t>Lorem Ipsum</a:t>
            </a:r>
          </a:p>
        </p:txBody>
      </p:sp>
      <p:sp>
        <p:nvSpPr>
          <p:cNvPr id="24" name="Text Placeholder 86">
            <a:extLst>
              <a:ext uri="{FF2B5EF4-FFF2-40B4-BE49-F238E27FC236}">
                <a16:creationId xmlns:a16="http://schemas.microsoft.com/office/drawing/2014/main" id="{5AC15698-268F-DCEF-0E46-0A05A9C5763F}"/>
              </a:ext>
            </a:extLst>
          </p:cNvPr>
          <p:cNvSpPr txBox="1">
            <a:spLocks/>
          </p:cNvSpPr>
          <p:nvPr/>
        </p:nvSpPr>
        <p:spPr>
          <a:xfrm>
            <a:off x="4787154" y="2139629"/>
            <a:ext cx="6948277" cy="321223"/>
          </a:xfrm>
          <a:prstGeom prst="rect">
            <a:avLst/>
          </a:prstGeom>
        </p:spPr>
        <p:txBody>
          <a:bodyPr anchor="t"/>
          <a:lstStyle>
            <a:lvl1pPr marL="0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None/>
              <a:defRPr lang="en-US" sz="1600" b="1" i="0" kern="1400" spc="-50" dirty="0" smtClean="0">
                <a:solidFill>
                  <a:srgbClr val="002060"/>
                </a:solidFill>
                <a:latin typeface="+mn-lt"/>
                <a:ea typeface="Yu Gothic Light" panose="020B0300000000000000" pitchFamily="34" charset="-128"/>
                <a:cs typeface="Times New Roman" panose="02020603050405020304" pitchFamily="18" charset="0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>
                <a:solidFill>
                  <a:schemeClr val="accent1"/>
                </a:solidFill>
              </a:rPr>
              <a:t>Title 1</a:t>
            </a:r>
          </a:p>
        </p:txBody>
      </p:sp>
      <p:sp>
        <p:nvSpPr>
          <p:cNvPr id="25" name="Text Placeholder 86">
            <a:extLst>
              <a:ext uri="{FF2B5EF4-FFF2-40B4-BE49-F238E27FC236}">
                <a16:creationId xmlns:a16="http://schemas.microsoft.com/office/drawing/2014/main" id="{9DA398B5-F9FB-FD8E-72B7-0D08C1FAD6DB}"/>
              </a:ext>
            </a:extLst>
          </p:cNvPr>
          <p:cNvSpPr txBox="1">
            <a:spLocks/>
          </p:cNvSpPr>
          <p:nvPr/>
        </p:nvSpPr>
        <p:spPr>
          <a:xfrm>
            <a:off x="4787154" y="3820323"/>
            <a:ext cx="6948277" cy="778274"/>
          </a:xfrm>
          <a:prstGeom prst="rect">
            <a:avLst/>
          </a:prstGeom>
        </p:spPr>
        <p:txBody>
          <a:bodyPr anchor="t"/>
          <a:lstStyle>
            <a:lvl1pPr marL="171450" indent="-17145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kumimoji="0" lang="en-US" sz="1200" b="0" i="0" u="none" strike="noStrike" kern="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/>
              <a:t>Lorem Ipsum</a:t>
            </a:r>
          </a:p>
        </p:txBody>
      </p:sp>
      <p:sp>
        <p:nvSpPr>
          <p:cNvPr id="26" name="Text Placeholder 86">
            <a:extLst>
              <a:ext uri="{FF2B5EF4-FFF2-40B4-BE49-F238E27FC236}">
                <a16:creationId xmlns:a16="http://schemas.microsoft.com/office/drawing/2014/main" id="{077D78AE-9C4E-AEAD-E427-4BFD414515AF}"/>
              </a:ext>
            </a:extLst>
          </p:cNvPr>
          <p:cNvSpPr txBox="1">
            <a:spLocks/>
          </p:cNvSpPr>
          <p:nvPr/>
        </p:nvSpPr>
        <p:spPr>
          <a:xfrm>
            <a:off x="4787154" y="3492934"/>
            <a:ext cx="6948277" cy="321223"/>
          </a:xfrm>
          <a:prstGeom prst="rect">
            <a:avLst/>
          </a:prstGeom>
        </p:spPr>
        <p:txBody>
          <a:bodyPr anchor="t"/>
          <a:lstStyle>
            <a:lvl1pPr marL="0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None/>
              <a:defRPr lang="en-US" sz="1600" b="1" i="0" kern="1400" spc="-50" dirty="0" smtClean="0">
                <a:solidFill>
                  <a:srgbClr val="002060"/>
                </a:solidFill>
                <a:latin typeface="+mn-lt"/>
                <a:ea typeface="Yu Gothic Light" panose="020B0300000000000000" pitchFamily="34" charset="-128"/>
                <a:cs typeface="Times New Roman" panose="02020603050405020304" pitchFamily="18" charset="0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>
                <a:solidFill>
                  <a:schemeClr val="accent1"/>
                </a:solidFill>
              </a:rPr>
              <a:t>Title 1</a:t>
            </a:r>
          </a:p>
        </p:txBody>
      </p:sp>
      <p:sp>
        <p:nvSpPr>
          <p:cNvPr id="27" name="Text Placeholder 86">
            <a:extLst>
              <a:ext uri="{FF2B5EF4-FFF2-40B4-BE49-F238E27FC236}">
                <a16:creationId xmlns:a16="http://schemas.microsoft.com/office/drawing/2014/main" id="{9CA29CBB-9241-7892-BA50-67E223501FD6}"/>
              </a:ext>
            </a:extLst>
          </p:cNvPr>
          <p:cNvSpPr txBox="1">
            <a:spLocks/>
          </p:cNvSpPr>
          <p:nvPr/>
        </p:nvSpPr>
        <p:spPr>
          <a:xfrm>
            <a:off x="4787154" y="5109648"/>
            <a:ext cx="6948277" cy="778274"/>
          </a:xfrm>
          <a:prstGeom prst="rect">
            <a:avLst/>
          </a:prstGeom>
        </p:spPr>
        <p:txBody>
          <a:bodyPr anchor="t"/>
          <a:lstStyle>
            <a:lvl1pPr marL="171450" indent="-17145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kumimoji="0" lang="en-US" sz="1200" b="0" i="0" u="none" strike="noStrike" kern="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/>
              <a:t>Lorem Ipsum</a:t>
            </a:r>
          </a:p>
        </p:txBody>
      </p:sp>
      <p:sp>
        <p:nvSpPr>
          <p:cNvPr id="28" name="Text Placeholder 86">
            <a:extLst>
              <a:ext uri="{FF2B5EF4-FFF2-40B4-BE49-F238E27FC236}">
                <a16:creationId xmlns:a16="http://schemas.microsoft.com/office/drawing/2014/main" id="{3248582A-381C-3D56-93A6-9C2263173C16}"/>
              </a:ext>
            </a:extLst>
          </p:cNvPr>
          <p:cNvSpPr txBox="1">
            <a:spLocks/>
          </p:cNvSpPr>
          <p:nvPr/>
        </p:nvSpPr>
        <p:spPr>
          <a:xfrm>
            <a:off x="4787154" y="4782257"/>
            <a:ext cx="6948277" cy="321223"/>
          </a:xfrm>
          <a:prstGeom prst="rect">
            <a:avLst/>
          </a:prstGeom>
        </p:spPr>
        <p:txBody>
          <a:bodyPr anchor="t"/>
          <a:lstStyle>
            <a:lvl1pPr marL="0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None/>
              <a:defRPr lang="en-US" sz="1600" b="1" i="0" kern="1400" spc="-50" dirty="0" smtClean="0">
                <a:solidFill>
                  <a:srgbClr val="002060"/>
                </a:solidFill>
                <a:latin typeface="+mn-lt"/>
                <a:ea typeface="Yu Gothic Light" panose="020B0300000000000000" pitchFamily="34" charset="-128"/>
                <a:cs typeface="Times New Roman" panose="02020603050405020304" pitchFamily="18" charset="0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>
                <a:solidFill>
                  <a:schemeClr val="accent1"/>
                </a:solidFill>
              </a:rPr>
              <a:t>Title 1</a:t>
            </a:r>
          </a:p>
        </p:txBody>
      </p:sp>
      <p:sp>
        <p:nvSpPr>
          <p:cNvPr id="29" name="Text Placeholder 79">
            <a:extLst>
              <a:ext uri="{FF2B5EF4-FFF2-40B4-BE49-F238E27FC236}">
                <a16:creationId xmlns:a16="http://schemas.microsoft.com/office/drawing/2014/main" id="{F87037BC-A721-4839-90A2-62EDA63C0233}"/>
              </a:ext>
            </a:extLst>
          </p:cNvPr>
          <p:cNvSpPr txBox="1">
            <a:spLocks/>
          </p:cNvSpPr>
          <p:nvPr/>
        </p:nvSpPr>
        <p:spPr>
          <a:xfrm>
            <a:off x="335862" y="1575414"/>
            <a:ext cx="4147682" cy="288000"/>
          </a:xfrm>
          <a:prstGeom prst="rect">
            <a:avLst/>
          </a:prstGeom>
        </p:spPr>
        <p:txBody>
          <a:bodyPr anchor="ctr"/>
          <a:lstStyle>
            <a:lvl1pPr marL="0" indent="0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itchFamily="34" charset="0"/>
              <a:buNone/>
              <a:defRPr kumimoji="0" lang="en-US" sz="1400" b="1" i="0" u="none" strike="noStrike" kern="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1401"/>
              <a:t>List 1</a:t>
            </a:r>
          </a:p>
        </p:txBody>
      </p:sp>
      <p:sp>
        <p:nvSpPr>
          <p:cNvPr id="30" name="Text Placeholder 79">
            <a:extLst>
              <a:ext uri="{FF2B5EF4-FFF2-40B4-BE49-F238E27FC236}">
                <a16:creationId xmlns:a16="http://schemas.microsoft.com/office/drawing/2014/main" id="{9B55E749-7710-AD64-7997-14B9B5CAE3E4}"/>
              </a:ext>
            </a:extLst>
          </p:cNvPr>
          <p:cNvSpPr txBox="1">
            <a:spLocks/>
          </p:cNvSpPr>
          <p:nvPr/>
        </p:nvSpPr>
        <p:spPr>
          <a:xfrm>
            <a:off x="4718105" y="1575414"/>
            <a:ext cx="7111676" cy="288000"/>
          </a:xfrm>
          <a:prstGeom prst="rect">
            <a:avLst/>
          </a:prstGeom>
        </p:spPr>
        <p:txBody>
          <a:bodyPr anchor="ctr"/>
          <a:lstStyle>
            <a:lvl1pPr marL="0" indent="0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itchFamily="34" charset="0"/>
              <a:buNone/>
              <a:defRPr kumimoji="0" lang="en-US" sz="1400" b="1" i="0" u="none" strike="noStrike" kern="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1401"/>
              <a:t>List 2</a:t>
            </a:r>
          </a:p>
        </p:txBody>
      </p:sp>
    </p:spTree>
    <p:extLst>
      <p:ext uri="{BB962C8B-B14F-4D97-AF65-F5344CB8AC3E}">
        <p14:creationId xmlns:p14="http://schemas.microsoft.com/office/powerpoint/2010/main" val="240016984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" name="Object 24" hidden="1">
            <a:extLst>
              <a:ext uri="{FF2B5EF4-FFF2-40B4-BE49-F238E27FC236}">
                <a16:creationId xmlns:a16="http://schemas.microsoft.com/office/drawing/2014/main" id="{1ADED233-79E3-79F9-2E04-0CB1032D335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76689335"/>
              </p:ext>
            </p:extLst>
          </p:nvPr>
        </p:nvGraphicFramePr>
        <p:xfrm>
          <a:off x="1588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5" name="Object 24" hidden="1">
                        <a:extLst>
                          <a:ext uri="{FF2B5EF4-FFF2-40B4-BE49-F238E27FC236}">
                            <a16:creationId xmlns:a16="http://schemas.microsoft.com/office/drawing/2014/main" id="{1ADED233-79E3-79F9-2E04-0CB1032D335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58B05A5-B63B-3299-72C5-3694ACBB5D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183599-0F20-4188-F46F-40D64B222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Source:</a:t>
            </a:r>
          </a:p>
        </p:txBody>
      </p:sp>
      <p:sp>
        <p:nvSpPr>
          <p:cNvPr id="35" name="Title 34">
            <a:extLst>
              <a:ext uri="{FF2B5EF4-FFF2-40B4-BE49-F238E27FC236}">
                <a16:creationId xmlns:a16="http://schemas.microsoft.com/office/drawing/2014/main" id="{D56E3F4C-A67E-7C30-46A5-91187DC18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graphicFrame>
        <p:nvGraphicFramePr>
          <p:cNvPr id="6" name="Table 36">
            <a:extLst>
              <a:ext uri="{FF2B5EF4-FFF2-40B4-BE49-F238E27FC236}">
                <a16:creationId xmlns:a16="http://schemas.microsoft.com/office/drawing/2014/main" id="{236A36A9-9FB6-BDDA-786D-3D8F485998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9669538"/>
              </p:ext>
            </p:extLst>
          </p:nvPr>
        </p:nvGraphicFramePr>
        <p:xfrm>
          <a:off x="520555" y="1314210"/>
          <a:ext cx="9366397" cy="4994750"/>
        </p:xfrm>
        <a:graphic>
          <a:graphicData uri="http://schemas.openxmlformats.org/drawingml/2006/table">
            <a:tbl>
              <a:tblPr firstRow="1" bandRow="1"/>
              <a:tblGrid>
                <a:gridCol w="3641812">
                  <a:extLst>
                    <a:ext uri="{9D8B030D-6E8A-4147-A177-3AD203B41FA5}">
                      <a16:colId xmlns:a16="http://schemas.microsoft.com/office/drawing/2014/main" val="462824581"/>
                    </a:ext>
                  </a:extLst>
                </a:gridCol>
                <a:gridCol w="5724585">
                  <a:extLst>
                    <a:ext uri="{9D8B030D-6E8A-4147-A177-3AD203B41FA5}">
                      <a16:colId xmlns:a16="http://schemas.microsoft.com/office/drawing/2014/main" val="1924717972"/>
                    </a:ext>
                  </a:extLst>
                </a:gridCol>
              </a:tblGrid>
              <a:tr h="300830">
                <a:tc>
                  <a:txBody>
                    <a:bodyPr/>
                    <a:lstStyle>
                      <a:lvl1pPr marL="0" algn="l" defTabSz="1218641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Proxima Nova Rg"/>
                        </a:defRPr>
                      </a:lvl1pPr>
                      <a:lvl2pPr marL="609321" algn="l" defTabSz="1218641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Proxima Nova Rg"/>
                        </a:defRPr>
                      </a:lvl2pPr>
                      <a:lvl3pPr marL="1218641" algn="l" defTabSz="1218641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Proxima Nova Rg"/>
                        </a:defRPr>
                      </a:lvl3pPr>
                      <a:lvl4pPr marL="1827962" algn="l" defTabSz="1218641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Proxima Nova Rg"/>
                        </a:defRPr>
                      </a:lvl4pPr>
                      <a:lvl5pPr marL="2437283" algn="l" defTabSz="1218641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Proxima Nova Rg"/>
                        </a:defRPr>
                      </a:lvl5pPr>
                      <a:lvl6pPr marL="3046604" algn="l" defTabSz="1218641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Proxima Nova Rg"/>
                        </a:defRPr>
                      </a:lvl6pPr>
                      <a:lvl7pPr marL="3655925" algn="l" defTabSz="1218641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Proxima Nova Rg"/>
                        </a:defRPr>
                      </a:lvl7pPr>
                      <a:lvl8pPr marL="4265244" algn="l" defTabSz="1218641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Proxima Nova Rg"/>
                        </a:defRPr>
                      </a:lvl8pPr>
                      <a:lvl9pPr marL="4874566" algn="l" defTabSz="1218641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Proxima Nova Rg"/>
                        </a:defRPr>
                      </a:lvl9pPr>
                    </a:lstStyle>
                    <a:p>
                      <a:pPr marL="108000"/>
                      <a:r>
                        <a:rPr lang="en-US" sz="1200">
                          <a:solidFill>
                            <a:schemeClr val="tx1"/>
                          </a:solidFill>
                          <a:latin typeface="+mj-lt"/>
                        </a:rPr>
                        <a:t>Item title</a:t>
                      </a:r>
                    </a:p>
                  </a:txBody>
                  <a:tcPr marT="45721" marB="45721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8641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Proxima Nova Rg"/>
                        </a:defRPr>
                      </a:lvl1pPr>
                      <a:lvl2pPr marL="609321" algn="l" defTabSz="1218641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Proxima Nova Rg"/>
                        </a:defRPr>
                      </a:lvl2pPr>
                      <a:lvl3pPr marL="1218641" algn="l" defTabSz="1218641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Proxima Nova Rg"/>
                        </a:defRPr>
                      </a:lvl3pPr>
                      <a:lvl4pPr marL="1827962" algn="l" defTabSz="1218641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Proxima Nova Rg"/>
                        </a:defRPr>
                      </a:lvl4pPr>
                      <a:lvl5pPr marL="2437283" algn="l" defTabSz="1218641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Proxima Nova Rg"/>
                        </a:defRPr>
                      </a:lvl5pPr>
                      <a:lvl6pPr marL="3046604" algn="l" defTabSz="1218641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Proxima Nova Rg"/>
                        </a:defRPr>
                      </a:lvl6pPr>
                      <a:lvl7pPr marL="3655925" algn="l" defTabSz="1218641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Proxima Nova Rg"/>
                        </a:defRPr>
                      </a:lvl7pPr>
                      <a:lvl8pPr marL="4265244" algn="l" defTabSz="1218641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Proxima Nova Rg"/>
                        </a:defRPr>
                      </a:lvl8pPr>
                      <a:lvl9pPr marL="4874566" algn="l" defTabSz="1218641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Proxima Nova Rg"/>
                        </a:defRPr>
                      </a:lvl9pPr>
                    </a:lstStyle>
                    <a:p>
                      <a:r>
                        <a:rPr lang="en-US" sz="1200">
                          <a:solidFill>
                            <a:schemeClr val="tx1"/>
                          </a:solidFill>
                          <a:latin typeface="+mj-lt"/>
                        </a:rPr>
                        <a:t>Additional detail</a:t>
                      </a:r>
                    </a:p>
                  </a:txBody>
                  <a:tcPr marT="45721" marB="45721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0100313"/>
                  </a:ext>
                </a:extLst>
              </a:tr>
              <a:tr h="426720">
                <a:tc>
                  <a:txBody>
                    <a:bodyPr/>
                    <a:lstStyle>
                      <a:lvl1pPr marL="0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1pPr>
                      <a:lvl2pPr marL="609321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2pPr>
                      <a:lvl3pPr marL="1218641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3pPr>
                      <a:lvl4pPr marL="1827962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4pPr>
                      <a:lvl5pPr marL="2437283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5pPr>
                      <a:lvl6pPr marL="3046604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6pPr>
                      <a:lvl7pPr marL="3655925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7pPr>
                      <a:lvl8pPr marL="4265244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8pPr>
                      <a:lvl9pPr marL="4874566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9pPr>
                    </a:lstStyle>
                    <a:p>
                      <a:pPr marL="108000" marR="0" lvl="0" indent="0" algn="l" defTabSz="121864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kern="120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0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1pPr>
                      <a:lvl2pPr marL="609321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2pPr>
                      <a:lvl3pPr marL="1218641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3pPr>
                      <a:lvl4pPr marL="1827962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4pPr>
                      <a:lvl5pPr marL="2437283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5pPr>
                      <a:lvl6pPr marL="3046604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6pPr>
                      <a:lvl7pPr marL="3655925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7pPr>
                      <a:lvl8pPr marL="4265244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8pPr>
                      <a:lvl9pPr marL="4874566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9pPr>
                    </a:lstStyle>
                    <a:p>
                      <a:endParaRPr lang="en-US" sz="1100" b="0">
                        <a:latin typeface="+mj-lt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1187147"/>
                  </a:ext>
                </a:extLst>
              </a:tr>
              <a:tr h="426720">
                <a:tc>
                  <a:txBody>
                    <a:bodyPr/>
                    <a:lstStyle>
                      <a:lvl1pPr marL="0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1pPr>
                      <a:lvl2pPr marL="609321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2pPr>
                      <a:lvl3pPr marL="1218641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3pPr>
                      <a:lvl4pPr marL="1827962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4pPr>
                      <a:lvl5pPr marL="2437283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5pPr>
                      <a:lvl6pPr marL="3046604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6pPr>
                      <a:lvl7pPr marL="3655925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7pPr>
                      <a:lvl8pPr marL="4265244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8pPr>
                      <a:lvl9pPr marL="4874566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9pPr>
                    </a:lstStyle>
                    <a:p>
                      <a:pPr marL="108000" marR="0" lvl="0" indent="0" algn="l" defTabSz="121864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kern="120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0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1pPr>
                      <a:lvl2pPr marL="609321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2pPr>
                      <a:lvl3pPr marL="1218641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3pPr>
                      <a:lvl4pPr marL="1827962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4pPr>
                      <a:lvl5pPr marL="2437283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5pPr>
                      <a:lvl6pPr marL="3046604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6pPr>
                      <a:lvl7pPr marL="3655925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7pPr>
                      <a:lvl8pPr marL="4265244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8pPr>
                      <a:lvl9pPr marL="4874566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9pPr>
                    </a:lstStyle>
                    <a:p>
                      <a:endParaRPr lang="en-US" sz="1100" b="0">
                        <a:latin typeface="+mj-lt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6382515"/>
                  </a:ext>
                </a:extLst>
              </a:tr>
              <a:tr h="426720">
                <a:tc>
                  <a:txBody>
                    <a:bodyPr/>
                    <a:lstStyle>
                      <a:lvl1pPr marL="0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1pPr>
                      <a:lvl2pPr marL="609321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2pPr>
                      <a:lvl3pPr marL="1218641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3pPr>
                      <a:lvl4pPr marL="1827962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4pPr>
                      <a:lvl5pPr marL="2437283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5pPr>
                      <a:lvl6pPr marL="3046604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6pPr>
                      <a:lvl7pPr marL="3655925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7pPr>
                      <a:lvl8pPr marL="4265244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8pPr>
                      <a:lvl9pPr marL="4874566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9pPr>
                    </a:lstStyle>
                    <a:p>
                      <a:pPr marL="108000"/>
                      <a:endParaRPr lang="en-US" sz="1200" b="1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0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1pPr>
                      <a:lvl2pPr marL="609321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2pPr>
                      <a:lvl3pPr marL="1218641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3pPr>
                      <a:lvl4pPr marL="1827962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4pPr>
                      <a:lvl5pPr marL="2437283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5pPr>
                      <a:lvl6pPr marL="3046604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6pPr>
                      <a:lvl7pPr marL="3655925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7pPr>
                      <a:lvl8pPr marL="4265244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8pPr>
                      <a:lvl9pPr marL="4874566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9pPr>
                    </a:lstStyle>
                    <a:p>
                      <a:endParaRPr lang="en-US" sz="1100" b="0" kern="120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5109531"/>
                  </a:ext>
                </a:extLst>
              </a:tr>
              <a:tr h="426720">
                <a:tc>
                  <a:txBody>
                    <a:bodyPr/>
                    <a:lstStyle>
                      <a:lvl1pPr marL="0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1pPr>
                      <a:lvl2pPr marL="609321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2pPr>
                      <a:lvl3pPr marL="1218641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3pPr>
                      <a:lvl4pPr marL="1827962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4pPr>
                      <a:lvl5pPr marL="2437283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5pPr>
                      <a:lvl6pPr marL="3046604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6pPr>
                      <a:lvl7pPr marL="3655925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7pPr>
                      <a:lvl8pPr marL="4265244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8pPr>
                      <a:lvl9pPr marL="4874566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9pPr>
                    </a:lstStyle>
                    <a:p>
                      <a:pPr marL="108000" marR="0" lvl="0" indent="0" algn="l" defTabSz="121864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0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1pPr>
                      <a:lvl2pPr marL="609321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2pPr>
                      <a:lvl3pPr marL="1218641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3pPr>
                      <a:lvl4pPr marL="1827962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4pPr>
                      <a:lvl5pPr marL="2437283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5pPr>
                      <a:lvl6pPr marL="3046604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6pPr>
                      <a:lvl7pPr marL="3655925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7pPr>
                      <a:lvl8pPr marL="4265244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8pPr>
                      <a:lvl9pPr marL="4874566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9pPr>
                    </a:lstStyle>
                    <a:p>
                      <a:pPr marL="0" marR="0" lvl="0" indent="0" algn="l" defTabSz="121864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>
                        <a:latin typeface="+mj-lt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8629339"/>
                  </a:ext>
                </a:extLst>
              </a:tr>
              <a:tr h="426720">
                <a:tc>
                  <a:txBody>
                    <a:bodyPr/>
                    <a:lstStyle>
                      <a:lvl1pPr marL="0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1pPr>
                      <a:lvl2pPr marL="609321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2pPr>
                      <a:lvl3pPr marL="1218641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3pPr>
                      <a:lvl4pPr marL="1827962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4pPr>
                      <a:lvl5pPr marL="2437283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5pPr>
                      <a:lvl6pPr marL="3046604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6pPr>
                      <a:lvl7pPr marL="3655925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7pPr>
                      <a:lvl8pPr marL="4265244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8pPr>
                      <a:lvl9pPr marL="4874566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9pPr>
                    </a:lstStyle>
                    <a:p>
                      <a:pPr marL="108000" marR="0" lvl="0" indent="0" algn="l" defTabSz="121864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0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1pPr>
                      <a:lvl2pPr marL="609321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2pPr>
                      <a:lvl3pPr marL="1218641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3pPr>
                      <a:lvl4pPr marL="1827962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4pPr>
                      <a:lvl5pPr marL="2437283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5pPr>
                      <a:lvl6pPr marL="3046604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6pPr>
                      <a:lvl7pPr marL="3655925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7pPr>
                      <a:lvl8pPr marL="4265244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8pPr>
                      <a:lvl9pPr marL="4874566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9pPr>
                    </a:lstStyle>
                    <a:p>
                      <a:pPr marL="0" marR="0" lvl="0" indent="0" algn="l" defTabSz="121864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>
                        <a:latin typeface="+mj-lt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2349037"/>
                  </a:ext>
                </a:extLst>
              </a:tr>
              <a:tr h="426720">
                <a:tc>
                  <a:txBody>
                    <a:bodyPr/>
                    <a:lstStyle>
                      <a:lvl1pPr marL="0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1pPr>
                      <a:lvl2pPr marL="609321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2pPr>
                      <a:lvl3pPr marL="1218641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3pPr>
                      <a:lvl4pPr marL="1827962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4pPr>
                      <a:lvl5pPr marL="2437283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5pPr>
                      <a:lvl6pPr marL="3046604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6pPr>
                      <a:lvl7pPr marL="3655925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7pPr>
                      <a:lvl8pPr marL="4265244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8pPr>
                      <a:lvl9pPr marL="4874566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9pPr>
                    </a:lstStyle>
                    <a:p>
                      <a:pPr marL="108000" marR="0" lvl="0" indent="0" algn="l" defTabSz="121864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0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1pPr>
                      <a:lvl2pPr marL="609321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2pPr>
                      <a:lvl3pPr marL="1218641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3pPr>
                      <a:lvl4pPr marL="1827962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4pPr>
                      <a:lvl5pPr marL="2437283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5pPr>
                      <a:lvl6pPr marL="3046604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6pPr>
                      <a:lvl7pPr marL="3655925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7pPr>
                      <a:lvl8pPr marL="4265244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8pPr>
                      <a:lvl9pPr marL="4874566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9pPr>
                    </a:lstStyle>
                    <a:p>
                      <a:pPr marL="0" marR="0" lvl="0" indent="0" algn="l" defTabSz="121864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>
                        <a:latin typeface="+mj-lt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844373"/>
                  </a:ext>
                </a:extLst>
              </a:tr>
              <a:tr h="426720">
                <a:tc>
                  <a:txBody>
                    <a:bodyPr/>
                    <a:lstStyle>
                      <a:lvl1pPr marL="0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1pPr>
                      <a:lvl2pPr marL="609321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2pPr>
                      <a:lvl3pPr marL="1218641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3pPr>
                      <a:lvl4pPr marL="1827962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4pPr>
                      <a:lvl5pPr marL="2437283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5pPr>
                      <a:lvl6pPr marL="3046604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6pPr>
                      <a:lvl7pPr marL="3655925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7pPr>
                      <a:lvl8pPr marL="4265244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8pPr>
                      <a:lvl9pPr marL="4874566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9pPr>
                    </a:lstStyle>
                    <a:p>
                      <a:pPr marL="108000" marR="0" lvl="0" indent="0" algn="l" defTabSz="121864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0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1pPr>
                      <a:lvl2pPr marL="609321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2pPr>
                      <a:lvl3pPr marL="1218641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3pPr>
                      <a:lvl4pPr marL="1827962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4pPr>
                      <a:lvl5pPr marL="2437283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5pPr>
                      <a:lvl6pPr marL="3046604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6pPr>
                      <a:lvl7pPr marL="3655925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7pPr>
                      <a:lvl8pPr marL="4265244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8pPr>
                      <a:lvl9pPr marL="4874566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9pPr>
                    </a:lstStyle>
                    <a:p>
                      <a:pPr marL="0" marR="0" lvl="0" indent="0" algn="l" defTabSz="121864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>
                        <a:latin typeface="+mj-lt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727204"/>
                  </a:ext>
                </a:extLst>
              </a:tr>
              <a:tr h="426720">
                <a:tc>
                  <a:txBody>
                    <a:bodyPr/>
                    <a:lstStyle>
                      <a:lvl1pPr marL="0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1pPr>
                      <a:lvl2pPr marL="609321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2pPr>
                      <a:lvl3pPr marL="1218641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3pPr>
                      <a:lvl4pPr marL="1827962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4pPr>
                      <a:lvl5pPr marL="2437283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5pPr>
                      <a:lvl6pPr marL="3046604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6pPr>
                      <a:lvl7pPr marL="3655925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7pPr>
                      <a:lvl8pPr marL="4265244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8pPr>
                      <a:lvl9pPr marL="4874566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9pPr>
                    </a:lstStyle>
                    <a:p>
                      <a:pPr marL="108000" marR="0" lvl="0" indent="0" algn="l" defTabSz="121864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0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1pPr>
                      <a:lvl2pPr marL="609321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2pPr>
                      <a:lvl3pPr marL="1218641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3pPr>
                      <a:lvl4pPr marL="1827962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4pPr>
                      <a:lvl5pPr marL="2437283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5pPr>
                      <a:lvl6pPr marL="3046604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6pPr>
                      <a:lvl7pPr marL="3655925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7pPr>
                      <a:lvl8pPr marL="4265244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8pPr>
                      <a:lvl9pPr marL="4874566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9pPr>
                    </a:lstStyle>
                    <a:p>
                      <a:pPr marL="0" marR="0" lvl="0" indent="0" algn="l" defTabSz="121864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>
                        <a:latin typeface="+mj-lt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8874864"/>
                  </a:ext>
                </a:extLst>
              </a:tr>
              <a:tr h="426720">
                <a:tc>
                  <a:txBody>
                    <a:bodyPr/>
                    <a:lstStyle>
                      <a:lvl1pPr marL="0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1pPr>
                      <a:lvl2pPr marL="609321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2pPr>
                      <a:lvl3pPr marL="1218641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3pPr>
                      <a:lvl4pPr marL="1827962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4pPr>
                      <a:lvl5pPr marL="2437283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5pPr>
                      <a:lvl6pPr marL="3046604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6pPr>
                      <a:lvl7pPr marL="3655925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7pPr>
                      <a:lvl8pPr marL="4265244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8pPr>
                      <a:lvl9pPr marL="4874566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9pPr>
                    </a:lstStyle>
                    <a:p>
                      <a:pPr marL="108000"/>
                      <a:endParaRPr lang="en-US" sz="1200" b="1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0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1pPr>
                      <a:lvl2pPr marL="609321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2pPr>
                      <a:lvl3pPr marL="1218641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3pPr>
                      <a:lvl4pPr marL="1827962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4pPr>
                      <a:lvl5pPr marL="2437283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5pPr>
                      <a:lvl6pPr marL="3046604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6pPr>
                      <a:lvl7pPr marL="3655925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7pPr>
                      <a:lvl8pPr marL="4265244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8pPr>
                      <a:lvl9pPr marL="4874566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9pPr>
                    </a:lstStyle>
                    <a:p>
                      <a:pPr marL="0" algn="l" defTabSz="1218641" rtl="0" eaLnBrk="1" fontAlgn="b" latinLnBrk="0" hangingPunct="1"/>
                      <a:endParaRPr lang="en-AU" sz="1100" b="0" kern="120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90000" marR="90000" marT="0" marB="0" anchor="ctr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6193551"/>
                  </a:ext>
                </a:extLst>
              </a:tr>
              <a:tr h="426720">
                <a:tc>
                  <a:txBody>
                    <a:bodyPr/>
                    <a:lstStyle>
                      <a:lvl1pPr marL="0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1pPr>
                      <a:lvl2pPr marL="609321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2pPr>
                      <a:lvl3pPr marL="1218641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3pPr>
                      <a:lvl4pPr marL="1827962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4pPr>
                      <a:lvl5pPr marL="2437283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5pPr>
                      <a:lvl6pPr marL="3046604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6pPr>
                      <a:lvl7pPr marL="3655925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7pPr>
                      <a:lvl8pPr marL="4265244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8pPr>
                      <a:lvl9pPr marL="4874566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9pPr>
                    </a:lstStyle>
                    <a:p>
                      <a:pPr marL="108000" marR="0" lvl="0" indent="0" algn="l" defTabSz="121864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kern="1200">
                        <a:solidFill>
                          <a:schemeClr val="bg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0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1pPr>
                      <a:lvl2pPr marL="609321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2pPr>
                      <a:lvl3pPr marL="1218641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3pPr>
                      <a:lvl4pPr marL="1827962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4pPr>
                      <a:lvl5pPr marL="2437283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5pPr>
                      <a:lvl6pPr marL="3046604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6pPr>
                      <a:lvl7pPr marL="3655925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7pPr>
                      <a:lvl8pPr marL="4265244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8pPr>
                      <a:lvl9pPr marL="4874566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9pPr>
                    </a:lstStyle>
                    <a:p>
                      <a:endParaRPr lang="en-US" sz="1100" b="0">
                        <a:latin typeface="+mj-lt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4938007"/>
                  </a:ext>
                </a:extLst>
              </a:tr>
              <a:tr h="426720">
                <a:tc>
                  <a:txBody>
                    <a:bodyPr/>
                    <a:lstStyle>
                      <a:lvl1pPr marL="0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1pPr>
                      <a:lvl2pPr marL="609321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2pPr>
                      <a:lvl3pPr marL="1218641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3pPr>
                      <a:lvl4pPr marL="1827962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4pPr>
                      <a:lvl5pPr marL="2437283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5pPr>
                      <a:lvl6pPr marL="3046604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6pPr>
                      <a:lvl7pPr marL="3655925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7pPr>
                      <a:lvl8pPr marL="4265244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8pPr>
                      <a:lvl9pPr marL="4874566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9pPr>
                    </a:lstStyle>
                    <a:p>
                      <a:pPr marL="108000" marR="0" lvl="0" indent="0" algn="l" defTabSz="121864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0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1pPr>
                      <a:lvl2pPr marL="609321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2pPr>
                      <a:lvl3pPr marL="1218641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3pPr>
                      <a:lvl4pPr marL="1827962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4pPr>
                      <a:lvl5pPr marL="2437283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5pPr>
                      <a:lvl6pPr marL="3046604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6pPr>
                      <a:lvl7pPr marL="3655925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7pPr>
                      <a:lvl8pPr marL="4265244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8pPr>
                      <a:lvl9pPr marL="4874566" algn="l" defTabSz="1218641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Proxima Nova Rg"/>
                        </a:defRPr>
                      </a:lvl9pPr>
                    </a:lstStyle>
                    <a:p>
                      <a:pPr marL="0" marR="0" lvl="0" indent="0" algn="l" defTabSz="121864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kern="120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3774442"/>
                  </a:ext>
                </a:extLst>
              </a:tr>
            </a:tbl>
          </a:graphicData>
        </a:graphic>
      </p:graphicFrame>
      <p:sp>
        <p:nvSpPr>
          <p:cNvPr id="7" name="Oval 6">
            <a:extLst>
              <a:ext uri="{FF2B5EF4-FFF2-40B4-BE49-F238E27FC236}">
                <a16:creationId xmlns:a16="http://schemas.microsoft.com/office/drawing/2014/main" id="{3E01EB37-1C53-2C90-AD9D-819473F49655}"/>
              </a:ext>
            </a:extLst>
          </p:cNvPr>
          <p:cNvSpPr/>
          <p:nvPr/>
        </p:nvSpPr>
        <p:spPr>
          <a:xfrm>
            <a:off x="322412" y="1708054"/>
            <a:ext cx="252000" cy="252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28575" cap="flat" cmpd="sng" algn="ctr">
            <a:solidFill>
              <a:srgbClr val="FFFFFF"/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 defTabSz="914411">
              <a:defRPr/>
            </a:pPr>
            <a:r>
              <a:rPr lang="en-US" sz="1001" b="1" kern="0">
                <a:solidFill>
                  <a:srgbClr val="FFFFFF"/>
                </a:solidFill>
                <a:latin typeface="Proxima Nova Rg"/>
              </a:rPr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B5F89F2-F8EB-3F21-9C72-D71FEA838625}"/>
              </a:ext>
            </a:extLst>
          </p:cNvPr>
          <p:cNvSpPr/>
          <p:nvPr/>
        </p:nvSpPr>
        <p:spPr>
          <a:xfrm>
            <a:off x="322412" y="2556684"/>
            <a:ext cx="252000" cy="252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28575" cap="flat" cmpd="sng" algn="ctr">
            <a:solidFill>
              <a:srgbClr val="FFFFFF"/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 defTabSz="914411">
              <a:defRPr/>
            </a:pPr>
            <a:r>
              <a:rPr lang="en-US" sz="1001" b="1" kern="0">
                <a:solidFill>
                  <a:srgbClr val="FFFFFF"/>
                </a:solidFill>
                <a:latin typeface="Proxima Nova Rg"/>
              </a:rPr>
              <a:t>3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0ACD768-5142-CC17-EFF3-C63C4BD0A310}"/>
              </a:ext>
            </a:extLst>
          </p:cNvPr>
          <p:cNvSpPr/>
          <p:nvPr/>
        </p:nvSpPr>
        <p:spPr>
          <a:xfrm>
            <a:off x="322412" y="2132369"/>
            <a:ext cx="252000" cy="252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28575" cap="flat" cmpd="sng" algn="ctr">
            <a:solidFill>
              <a:srgbClr val="FFFFFF"/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 defTabSz="914411">
              <a:defRPr/>
            </a:pPr>
            <a:r>
              <a:rPr lang="en-US" sz="1001" b="1" kern="0">
                <a:solidFill>
                  <a:srgbClr val="FFFFFF"/>
                </a:solidFill>
                <a:latin typeface="Proxima Nova Rg"/>
              </a:rPr>
              <a:t>2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5245B28-7D27-0BB6-868D-C91FBCEEA8D9}"/>
              </a:ext>
            </a:extLst>
          </p:cNvPr>
          <p:cNvSpPr/>
          <p:nvPr/>
        </p:nvSpPr>
        <p:spPr>
          <a:xfrm>
            <a:off x="322412" y="3405315"/>
            <a:ext cx="252000" cy="252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28575" cap="flat" cmpd="sng" algn="ctr">
            <a:solidFill>
              <a:srgbClr val="FFFFFF"/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 defTabSz="914411">
              <a:defRPr/>
            </a:pPr>
            <a:r>
              <a:rPr lang="en-US" sz="1001" b="1" kern="0">
                <a:solidFill>
                  <a:srgbClr val="FFFFFF"/>
                </a:solidFill>
                <a:latin typeface="Proxima Nova Rg"/>
              </a:rPr>
              <a:t>5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49D77EF-3CCC-2ECD-9115-F1DAB4574140}"/>
              </a:ext>
            </a:extLst>
          </p:cNvPr>
          <p:cNvSpPr/>
          <p:nvPr/>
        </p:nvSpPr>
        <p:spPr>
          <a:xfrm>
            <a:off x="322412" y="2980998"/>
            <a:ext cx="252000" cy="252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28575" cap="flat" cmpd="sng" algn="ctr">
            <a:solidFill>
              <a:srgbClr val="FFFFFF"/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 defTabSz="914411">
              <a:defRPr/>
            </a:pPr>
            <a:r>
              <a:rPr lang="en-US" sz="1001" b="1" kern="0">
                <a:solidFill>
                  <a:srgbClr val="FFFFFF"/>
                </a:solidFill>
                <a:latin typeface="Proxima Nova Rg"/>
              </a:rPr>
              <a:t>4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A56C2FE-3FBD-70F3-75EA-3D884F84631C}"/>
              </a:ext>
            </a:extLst>
          </p:cNvPr>
          <p:cNvSpPr/>
          <p:nvPr/>
        </p:nvSpPr>
        <p:spPr>
          <a:xfrm>
            <a:off x="322412" y="3829629"/>
            <a:ext cx="252000" cy="252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28575" cap="flat" cmpd="sng" algn="ctr">
            <a:solidFill>
              <a:srgbClr val="FFFFFF"/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 defTabSz="914411">
              <a:defRPr/>
            </a:pPr>
            <a:r>
              <a:rPr lang="en-US" sz="1001" b="1" kern="0">
                <a:solidFill>
                  <a:srgbClr val="FFFFFF"/>
                </a:solidFill>
                <a:latin typeface="Proxima Nova Rg"/>
              </a:rPr>
              <a:t>6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B4E368D-8849-5E56-0ABF-3A7E3F7647FC}"/>
              </a:ext>
            </a:extLst>
          </p:cNvPr>
          <p:cNvSpPr/>
          <p:nvPr/>
        </p:nvSpPr>
        <p:spPr>
          <a:xfrm>
            <a:off x="322412" y="4678259"/>
            <a:ext cx="252000" cy="252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28575" cap="flat" cmpd="sng" algn="ctr">
            <a:solidFill>
              <a:srgbClr val="FFFFFF"/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 defTabSz="914411">
              <a:defRPr/>
            </a:pPr>
            <a:r>
              <a:rPr lang="en-US" sz="1001" b="1" kern="0">
                <a:solidFill>
                  <a:srgbClr val="FFFFFF"/>
                </a:solidFill>
                <a:latin typeface="Proxima Nova Rg"/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87E9966-1D79-6248-1DC8-B6E1E6B3DF04}"/>
              </a:ext>
            </a:extLst>
          </p:cNvPr>
          <p:cNvSpPr/>
          <p:nvPr/>
        </p:nvSpPr>
        <p:spPr>
          <a:xfrm>
            <a:off x="322412" y="4253944"/>
            <a:ext cx="252000" cy="252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28575" cap="flat" cmpd="sng" algn="ctr">
            <a:solidFill>
              <a:srgbClr val="FFFFFF"/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 defTabSz="914411">
              <a:defRPr/>
            </a:pPr>
            <a:r>
              <a:rPr lang="en-US" sz="1001" b="1" kern="0">
                <a:solidFill>
                  <a:srgbClr val="FFFFFF"/>
                </a:solidFill>
                <a:latin typeface="Proxima Nova Rg"/>
              </a:rPr>
              <a:t>7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4D33BA8-6A43-677C-AC29-7D2B4B3293C9}"/>
              </a:ext>
            </a:extLst>
          </p:cNvPr>
          <p:cNvSpPr/>
          <p:nvPr/>
        </p:nvSpPr>
        <p:spPr>
          <a:xfrm>
            <a:off x="322412" y="5526890"/>
            <a:ext cx="252000" cy="252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28575" cap="flat" cmpd="sng" algn="ctr">
            <a:solidFill>
              <a:srgbClr val="FFFFFF"/>
            </a:solidFill>
            <a:prstDash val="solid"/>
            <a:headEnd type="none" w="med" len="med"/>
            <a:tailEnd type="none" w="med" len="med"/>
          </a:ln>
          <a:effectLst/>
        </p:spPr>
        <p:txBody>
          <a:bodyPr wrap="none" rtlCol="0" anchor="ctr"/>
          <a:lstStyle/>
          <a:p>
            <a:pPr algn="ctr" defTabSz="914411">
              <a:defRPr/>
            </a:pPr>
            <a:r>
              <a:rPr lang="en-US" sz="1001" b="1" kern="0">
                <a:solidFill>
                  <a:srgbClr val="FFFFFF"/>
                </a:solidFill>
                <a:latin typeface="Proxima Nova Rg"/>
              </a:rPr>
              <a:t>10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661E0FC-F3D0-D5D6-C217-EFE9EB7E886C}"/>
              </a:ext>
            </a:extLst>
          </p:cNvPr>
          <p:cNvSpPr/>
          <p:nvPr/>
        </p:nvSpPr>
        <p:spPr>
          <a:xfrm>
            <a:off x="322412" y="5102573"/>
            <a:ext cx="252000" cy="252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28575" cap="flat" cmpd="sng" algn="ctr">
            <a:solidFill>
              <a:srgbClr val="FFFFFF"/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 defTabSz="914411">
              <a:defRPr/>
            </a:pPr>
            <a:r>
              <a:rPr lang="en-US" sz="1001" b="1" kern="0">
                <a:solidFill>
                  <a:srgbClr val="FFFFFF"/>
                </a:solidFill>
                <a:latin typeface="Proxima Nova Rg"/>
              </a:rPr>
              <a:t>9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4D1F5E6-D94E-C16E-5323-9DB68DEFB224}"/>
              </a:ext>
            </a:extLst>
          </p:cNvPr>
          <p:cNvSpPr/>
          <p:nvPr/>
        </p:nvSpPr>
        <p:spPr>
          <a:xfrm>
            <a:off x="322412" y="5951206"/>
            <a:ext cx="252000" cy="252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28575" cap="flat" cmpd="sng" algn="ctr">
            <a:solidFill>
              <a:srgbClr val="FFFFFF"/>
            </a:solidFill>
            <a:prstDash val="solid"/>
            <a:headEnd type="none" w="med" len="med"/>
            <a:tailEnd type="none" w="med" len="med"/>
          </a:ln>
          <a:effectLst/>
        </p:spPr>
        <p:txBody>
          <a:bodyPr wrap="none" rtlCol="0" anchor="ctr"/>
          <a:lstStyle/>
          <a:p>
            <a:pPr algn="ctr" defTabSz="914411">
              <a:defRPr/>
            </a:pPr>
            <a:r>
              <a:rPr lang="en-US" sz="1001" b="1" kern="0">
                <a:solidFill>
                  <a:srgbClr val="FFFFFF"/>
                </a:solidFill>
                <a:latin typeface="Proxima Nova Rg"/>
              </a:rPr>
              <a:t>11</a:t>
            </a:r>
          </a:p>
        </p:txBody>
      </p:sp>
      <p:sp>
        <p:nvSpPr>
          <p:cNvPr id="18" name="Left Bracket 17">
            <a:extLst>
              <a:ext uri="{FF2B5EF4-FFF2-40B4-BE49-F238E27FC236}">
                <a16:creationId xmlns:a16="http://schemas.microsoft.com/office/drawing/2014/main" id="{0E9FA4E1-EDDF-E365-CBFE-6232B2568D30}"/>
              </a:ext>
            </a:extLst>
          </p:cNvPr>
          <p:cNvSpPr/>
          <p:nvPr/>
        </p:nvSpPr>
        <p:spPr>
          <a:xfrm flipH="1">
            <a:off x="9962729" y="1619428"/>
            <a:ext cx="108000" cy="432000"/>
          </a:xfrm>
          <a:prstGeom prst="leftBracket">
            <a:avLst/>
          </a:prstGeom>
          <a:noFill/>
          <a:ln w="127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 defTabSz="914411">
              <a:defRPr/>
            </a:pPr>
            <a:endParaRPr lang="en-US" sz="1801" kern="0">
              <a:solidFill>
                <a:srgbClr val="000000"/>
              </a:solidFill>
              <a:latin typeface="Proxima Nova Rg"/>
            </a:endParaRPr>
          </a:p>
        </p:txBody>
      </p:sp>
      <p:sp>
        <p:nvSpPr>
          <p:cNvPr id="19" name="Left Bracket 18">
            <a:extLst>
              <a:ext uri="{FF2B5EF4-FFF2-40B4-BE49-F238E27FC236}">
                <a16:creationId xmlns:a16="http://schemas.microsoft.com/office/drawing/2014/main" id="{CDA31CA3-2466-6FB3-0D6A-DFB330C5F728}"/>
              </a:ext>
            </a:extLst>
          </p:cNvPr>
          <p:cNvSpPr/>
          <p:nvPr/>
        </p:nvSpPr>
        <p:spPr>
          <a:xfrm flipH="1">
            <a:off x="9962729" y="2087814"/>
            <a:ext cx="108000" cy="2916000"/>
          </a:xfrm>
          <a:prstGeom prst="leftBracket">
            <a:avLst/>
          </a:prstGeom>
          <a:noFill/>
          <a:ln w="127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 defTabSz="914411">
              <a:defRPr/>
            </a:pPr>
            <a:endParaRPr lang="en-US" sz="1801" kern="0">
              <a:solidFill>
                <a:srgbClr val="000000"/>
              </a:solidFill>
              <a:latin typeface="Proxima Nova Rg"/>
            </a:endParaRPr>
          </a:p>
        </p:txBody>
      </p:sp>
      <p:sp>
        <p:nvSpPr>
          <p:cNvPr id="20" name="Left Bracket 19">
            <a:extLst>
              <a:ext uri="{FF2B5EF4-FFF2-40B4-BE49-F238E27FC236}">
                <a16:creationId xmlns:a16="http://schemas.microsoft.com/office/drawing/2014/main" id="{3CE23BBA-5153-B25B-2D69-A54D7E43CC97}"/>
              </a:ext>
            </a:extLst>
          </p:cNvPr>
          <p:cNvSpPr/>
          <p:nvPr/>
        </p:nvSpPr>
        <p:spPr>
          <a:xfrm flipH="1">
            <a:off x="9962729" y="5040198"/>
            <a:ext cx="108000" cy="1260000"/>
          </a:xfrm>
          <a:prstGeom prst="leftBracket">
            <a:avLst/>
          </a:prstGeom>
          <a:noFill/>
          <a:ln w="127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 defTabSz="914411">
              <a:defRPr/>
            </a:pPr>
            <a:endParaRPr lang="en-US" sz="1801" kern="0">
              <a:solidFill>
                <a:srgbClr val="000000"/>
              </a:solidFill>
              <a:latin typeface="Proxima Nova Rg"/>
            </a:endParaRPr>
          </a:p>
        </p:txBody>
      </p:sp>
      <p:sp>
        <p:nvSpPr>
          <p:cNvPr id="21" name="Text Placeholder 51">
            <a:extLst>
              <a:ext uri="{FF2B5EF4-FFF2-40B4-BE49-F238E27FC236}">
                <a16:creationId xmlns:a16="http://schemas.microsoft.com/office/drawing/2014/main" id="{57A54079-DF35-EC32-8DEA-AF26577A5A33}"/>
              </a:ext>
            </a:extLst>
          </p:cNvPr>
          <p:cNvSpPr txBox="1">
            <a:spLocks/>
          </p:cNvSpPr>
          <p:nvPr/>
        </p:nvSpPr>
        <p:spPr>
          <a:xfrm>
            <a:off x="10129839" y="1619124"/>
            <a:ext cx="1700212" cy="431801"/>
          </a:xfrm>
          <a:prstGeom prst="rect">
            <a:avLst/>
          </a:prstGeom>
        </p:spPr>
        <p:txBody>
          <a:bodyPr anchor="ctr"/>
          <a:lstStyle>
            <a:lvl1pPr marL="0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kumimoji="0" lang="en-US" sz="1100" b="1" i="0" u="none" strike="noStrike" kern="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kumimoji="0" lang="en-US" sz="1100" b="1" i="0" u="none" strike="noStrike" kern="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kumimoji="0" lang="en-US" sz="1100" b="1" i="0" u="none" strike="noStrike" kern="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kumimoji="0" lang="en-US" sz="1100" b="1" i="0" u="none" strike="noStrike" kern="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kumimoji="0" lang="en-US" sz="1100" b="1" i="0" u="none" strike="noStrike" kern="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/>
              <a:t>Group 1 title</a:t>
            </a:r>
          </a:p>
        </p:txBody>
      </p:sp>
      <p:sp>
        <p:nvSpPr>
          <p:cNvPr id="22" name="Text Placeholder 51">
            <a:extLst>
              <a:ext uri="{FF2B5EF4-FFF2-40B4-BE49-F238E27FC236}">
                <a16:creationId xmlns:a16="http://schemas.microsoft.com/office/drawing/2014/main" id="{19A17484-13A8-641A-D189-FB7D5BC5D559}"/>
              </a:ext>
            </a:extLst>
          </p:cNvPr>
          <p:cNvSpPr txBox="1">
            <a:spLocks/>
          </p:cNvSpPr>
          <p:nvPr/>
        </p:nvSpPr>
        <p:spPr>
          <a:xfrm>
            <a:off x="10129839" y="3441414"/>
            <a:ext cx="1700212" cy="431801"/>
          </a:xfrm>
          <a:prstGeom prst="rect">
            <a:avLst/>
          </a:prstGeom>
        </p:spPr>
        <p:txBody>
          <a:bodyPr anchor="ctr"/>
          <a:lstStyle>
            <a:lvl1pPr marL="0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kumimoji="0" lang="en-US" sz="1100" b="1" i="0" u="none" strike="noStrike" kern="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kumimoji="0" lang="en-US" sz="1100" b="1" i="0" u="none" strike="noStrike" kern="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kumimoji="0" lang="en-US" sz="1100" b="1" i="0" u="none" strike="noStrike" kern="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kumimoji="0" lang="en-US" sz="1100" b="1" i="0" u="none" strike="noStrike" kern="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kumimoji="0" lang="en-US" sz="1100" b="1" i="0" u="none" strike="noStrike" kern="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/>
              <a:t>Group 2 title</a:t>
            </a:r>
          </a:p>
        </p:txBody>
      </p:sp>
      <p:sp>
        <p:nvSpPr>
          <p:cNvPr id="23" name="Text Placeholder 51">
            <a:extLst>
              <a:ext uri="{FF2B5EF4-FFF2-40B4-BE49-F238E27FC236}">
                <a16:creationId xmlns:a16="http://schemas.microsoft.com/office/drawing/2014/main" id="{954C79C2-1835-8E77-4864-A66A555B2A21}"/>
              </a:ext>
            </a:extLst>
          </p:cNvPr>
          <p:cNvSpPr txBox="1">
            <a:spLocks/>
          </p:cNvSpPr>
          <p:nvPr/>
        </p:nvSpPr>
        <p:spPr>
          <a:xfrm>
            <a:off x="10129839" y="5436989"/>
            <a:ext cx="1700212" cy="431801"/>
          </a:xfrm>
          <a:prstGeom prst="rect">
            <a:avLst/>
          </a:prstGeom>
        </p:spPr>
        <p:txBody>
          <a:bodyPr anchor="ctr"/>
          <a:lstStyle>
            <a:lvl1pPr marL="0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kumimoji="0" lang="en-US" sz="1100" b="1" i="0" u="none" strike="noStrike" kern="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kumimoji="0" lang="en-US" sz="1100" b="1" i="0" u="none" strike="noStrike" kern="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kumimoji="0" lang="en-US" sz="1100" b="1" i="0" u="none" strike="noStrike" kern="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kumimoji="0" lang="en-US" sz="1100" b="1" i="0" u="none" strike="noStrike" kern="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kumimoji="0" lang="en-US" sz="1100" b="1" i="0" u="none" strike="noStrike" kern="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oxima Nova Rg"/>
                <a:ea typeface="+mn-ea"/>
                <a:cs typeface="+mn-cs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/>
              <a:t>Group 3 title</a:t>
            </a:r>
          </a:p>
        </p:txBody>
      </p:sp>
      <p:sp>
        <p:nvSpPr>
          <p:cNvPr id="24" name="SmartArt Placeholder 131">
            <a:extLst>
              <a:ext uri="{FF2B5EF4-FFF2-40B4-BE49-F238E27FC236}">
                <a16:creationId xmlns:a16="http://schemas.microsoft.com/office/drawing/2014/main" id="{7612E392-B0B0-9F18-8202-93FEC2436087}"/>
              </a:ext>
            </a:extLst>
          </p:cNvPr>
          <p:cNvSpPr txBox="1">
            <a:spLocks/>
          </p:cNvSpPr>
          <p:nvPr/>
        </p:nvSpPr>
        <p:spPr>
          <a:xfrm>
            <a:off x="10129838" y="4106452"/>
            <a:ext cx="1427652" cy="851705"/>
          </a:xfrm>
          <a:prstGeom prst="wedgeRectCallout">
            <a:avLst>
              <a:gd name="adj1" fmla="val -59620"/>
              <a:gd name="adj2" fmla="val -21295"/>
            </a:avLst>
          </a:prstGeom>
          <a:solidFill>
            <a:schemeClr val="accent1">
              <a:lumMod val="10000"/>
              <a:lumOff val="90000"/>
            </a:schemeClr>
          </a:solidFill>
          <a:ln w="19050">
            <a:solidFill>
              <a:schemeClr val="accent1"/>
            </a:solidFill>
          </a:ln>
        </p:spPr>
        <p:txBody>
          <a:bodyPr/>
          <a:lstStyle>
            <a:lvl1pPr marL="0" indent="0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None/>
              <a:defRPr lang="en-US" sz="1200" b="0" i="0" kern="1200" baseline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21595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431914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tabLst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611878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863827" indent="-215957" algn="l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 typeface="Arial" pitchFamily="34" charset="0"/>
              <a:buChar char="‒"/>
              <a:defRPr sz="1800" b="0" i="0" kern="12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1263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0584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90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9225" indent="-304662" algn="l" defTabSz="121864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AU"/>
              <a:t>Lorem Ipsum Lorem Ipsum Lorem Ipsum Lorem Ipsum Lorem Ipsum Lorem Ipsum</a:t>
            </a:r>
          </a:p>
        </p:txBody>
      </p:sp>
    </p:spTree>
    <p:extLst>
      <p:ext uri="{BB962C8B-B14F-4D97-AF65-F5344CB8AC3E}">
        <p14:creationId xmlns:p14="http://schemas.microsoft.com/office/powerpoint/2010/main" val="381205806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EF0666CC-3DE9-4F3C-EF9E-EF199852546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EF0666CC-3DE9-4F3C-EF9E-EF199852546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297D29-33A8-A275-16BD-37085458EC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FA93BB-46F6-1361-882A-1CF846DD4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Using links between slides in PowerPoint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EEAF6-567F-A73A-57CC-B08AF325B055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70417" y="1280818"/>
            <a:ext cx="11474450" cy="4416425"/>
          </a:xfrm>
          <a:prstGeom prst="rect">
            <a:avLst/>
          </a:prstGeom>
        </p:spPr>
        <p:txBody>
          <a:bodyPr lIns="91440" tIns="45721" rIns="91440" bIns="45721" anchor="t"/>
          <a:lstStyle/>
          <a:p>
            <a:pPr marL="285753" indent="-285753">
              <a:buFont typeface="Wingdings" panose="05000000000000000000" pitchFamily="2" charset="2"/>
              <a:buChar char="§"/>
            </a:pPr>
            <a:r>
              <a:rPr lang="en-US" dirty="0">
                <a:ea typeface="Roboto"/>
                <a:cs typeface="Arial"/>
              </a:rPr>
              <a:t>Step 1: copy link box to origin slide (you can change the text, edit the shape etc.)</a:t>
            </a:r>
          </a:p>
          <a:p>
            <a:pPr marL="285753" indent="-285753">
              <a:buFont typeface="Wingdings" panose="05000000000000000000" pitchFamily="2" charset="2"/>
              <a:buChar char="§"/>
            </a:pPr>
            <a:r>
              <a:rPr lang="en-US" dirty="0">
                <a:ea typeface="Roboto"/>
                <a:cs typeface="Arial"/>
              </a:rPr>
              <a:t>Step 2: right click box &gt; select edit link &gt; from the left panel of the pop-up window select ‘this document’ &gt; select desired destination slide from the list</a:t>
            </a:r>
          </a:p>
          <a:p>
            <a:pPr marL="717559" lvl="2" indent="-285753">
              <a:buFont typeface="Arial" panose="05000000000000000000" pitchFamily="2" charset="2"/>
              <a:buChar char="‒"/>
            </a:pPr>
            <a:r>
              <a:rPr lang="en-US" dirty="0">
                <a:ea typeface="Roboto"/>
                <a:cs typeface="Arial"/>
              </a:rPr>
              <a:t>Note that this "edit link" option does not appear in the online PowerPoint app. You will need to use the desktop application to access this function.</a:t>
            </a:r>
          </a:p>
          <a:p>
            <a:pPr marL="285753" indent="-285753">
              <a:buFont typeface="Wingdings" panose="05000000000000000000" pitchFamily="2" charset="2"/>
              <a:buChar char="§"/>
            </a:pPr>
            <a:r>
              <a:rPr lang="en-US" dirty="0">
                <a:ea typeface="Roboto"/>
                <a:cs typeface="Arial"/>
              </a:rPr>
              <a:t>Step 3: at destination slide you can also insert a back button to return you to the previous slide</a:t>
            </a:r>
          </a:p>
          <a:p>
            <a:pPr marL="285753" indent="-285753">
              <a:buFont typeface="Wingdings" panose="05000000000000000000" pitchFamily="2" charset="2"/>
              <a:buChar char="§"/>
            </a:pPr>
            <a:r>
              <a:rPr lang="en-US" dirty="0">
                <a:ea typeface="Roboto"/>
                <a:cs typeface="Arial"/>
              </a:rPr>
              <a:t>Note: these links will only work when you are in ‘Slide Show’ mode</a:t>
            </a:r>
          </a:p>
        </p:txBody>
      </p:sp>
      <p:sp>
        <p:nvSpPr>
          <p:cNvPr id="13" name="Rectangle: Rounded Corners 12">
            <a:hlinkClick r:id="rId5" action="ppaction://hlinksldjump"/>
            <a:extLst>
              <a:ext uri="{FF2B5EF4-FFF2-40B4-BE49-F238E27FC236}">
                <a16:creationId xmlns:a16="http://schemas.microsoft.com/office/drawing/2014/main" id="{859C19E8-296F-40FD-C019-047D64EC5C38}"/>
              </a:ext>
            </a:extLst>
          </p:cNvPr>
          <p:cNvSpPr/>
          <p:nvPr/>
        </p:nvSpPr>
        <p:spPr>
          <a:xfrm>
            <a:off x="9484711" y="1342980"/>
            <a:ext cx="916400" cy="263420"/>
          </a:xfrm>
          <a:prstGeom prst="roundRect">
            <a:avLst/>
          </a:prstGeom>
          <a:solidFill>
            <a:schemeClr val="accent2"/>
          </a:solidFill>
          <a:ln w="19050">
            <a:noFill/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401" b="1">
                <a:solidFill>
                  <a:schemeClr val="bg1"/>
                </a:solidFill>
                <a:latin typeface="Graphik" panose="020B0503030202060203" pitchFamily="34" charset="77"/>
              </a:rPr>
              <a:t>Link box</a:t>
            </a:r>
            <a:endParaRPr lang="en-US" sz="1801" b="1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  <p:sp>
        <p:nvSpPr>
          <p:cNvPr id="7" name="Rectangle: Rounded Corners 6">
            <a:hlinkClick r:id="" action="ppaction://hlinkshowjump?jump=lastslideviewed"/>
            <a:extLst>
              <a:ext uri="{FF2B5EF4-FFF2-40B4-BE49-F238E27FC236}">
                <a16:creationId xmlns:a16="http://schemas.microsoft.com/office/drawing/2014/main" id="{C1D7230F-AA4B-BF72-6101-2A5F1A10B94D}"/>
              </a:ext>
            </a:extLst>
          </p:cNvPr>
          <p:cNvSpPr/>
          <p:nvPr/>
        </p:nvSpPr>
        <p:spPr>
          <a:xfrm>
            <a:off x="10891797" y="2919208"/>
            <a:ext cx="916400" cy="263420"/>
          </a:xfrm>
          <a:prstGeom prst="roundRect">
            <a:avLst/>
          </a:prstGeom>
          <a:solidFill>
            <a:schemeClr val="accent2"/>
          </a:solidFill>
          <a:ln w="19050">
            <a:noFill/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401" b="1">
                <a:solidFill>
                  <a:schemeClr val="bg1"/>
                </a:solidFill>
                <a:latin typeface="Graphik" panose="020B0503030202060203" pitchFamily="34" charset="77"/>
              </a:rPr>
              <a:t>Back</a:t>
            </a:r>
            <a:endParaRPr lang="en-US" sz="1801" b="1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86894361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EF0666CC-3DE9-4F3C-EF9E-EF199852546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EF0666CC-3DE9-4F3C-EF9E-EF199852546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297D29-33A8-A275-16BD-37085458EC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FA93BB-46F6-1361-882A-1CF846DD4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Hyperlink demonstration – origin slide 1</a:t>
            </a:r>
          </a:p>
        </p:txBody>
      </p:sp>
      <p:sp>
        <p:nvSpPr>
          <p:cNvPr id="13" name="Rectangle: Rounded Corners 12">
            <a:hlinkClick r:id="rId5" action="ppaction://hlinksldjump"/>
            <a:extLst>
              <a:ext uri="{FF2B5EF4-FFF2-40B4-BE49-F238E27FC236}">
                <a16:creationId xmlns:a16="http://schemas.microsoft.com/office/drawing/2014/main" id="{859C19E8-296F-40FD-C019-047D64EC5C38}"/>
              </a:ext>
            </a:extLst>
          </p:cNvPr>
          <p:cNvSpPr/>
          <p:nvPr/>
        </p:nvSpPr>
        <p:spPr>
          <a:xfrm>
            <a:off x="4329855" y="1825091"/>
            <a:ext cx="766619" cy="263420"/>
          </a:xfrm>
          <a:prstGeom prst="roundRect">
            <a:avLst/>
          </a:prstGeom>
          <a:solidFill>
            <a:schemeClr val="accent2"/>
          </a:solidFill>
          <a:ln w="19050">
            <a:noFill/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401" b="1">
                <a:solidFill>
                  <a:schemeClr val="bg1"/>
                </a:solidFill>
                <a:latin typeface="Graphik" panose="020B0503030202060203" pitchFamily="34" charset="77"/>
              </a:rPr>
              <a:t>Link</a:t>
            </a:r>
            <a:endParaRPr lang="en-US" sz="1801" b="1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86291489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EF0666CC-3DE9-4F3C-EF9E-EF199852546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EF0666CC-3DE9-4F3C-EF9E-EF199852546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297D29-33A8-A275-16BD-37085458EC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FA93BB-46F6-1361-882A-1CF846DD4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Hyperlink demonstration – origin slide 2</a:t>
            </a:r>
          </a:p>
        </p:txBody>
      </p:sp>
      <p:sp>
        <p:nvSpPr>
          <p:cNvPr id="13" name="Rectangle: Rounded Corners 12">
            <a:hlinkClick r:id="rId5" action="ppaction://hlinksldjump"/>
            <a:extLst>
              <a:ext uri="{FF2B5EF4-FFF2-40B4-BE49-F238E27FC236}">
                <a16:creationId xmlns:a16="http://schemas.microsoft.com/office/drawing/2014/main" id="{859C19E8-296F-40FD-C019-047D64EC5C38}"/>
              </a:ext>
            </a:extLst>
          </p:cNvPr>
          <p:cNvSpPr/>
          <p:nvPr/>
        </p:nvSpPr>
        <p:spPr>
          <a:xfrm>
            <a:off x="4329855" y="1825091"/>
            <a:ext cx="766619" cy="263420"/>
          </a:xfrm>
          <a:prstGeom prst="roundRect">
            <a:avLst/>
          </a:prstGeom>
          <a:solidFill>
            <a:schemeClr val="accent2"/>
          </a:solidFill>
          <a:ln w="19050">
            <a:noFill/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401" b="1">
                <a:solidFill>
                  <a:schemeClr val="bg1"/>
                </a:solidFill>
                <a:latin typeface="Graphik" panose="020B0503030202060203" pitchFamily="34" charset="77"/>
              </a:rPr>
              <a:t>Link</a:t>
            </a:r>
            <a:endParaRPr lang="en-US" sz="1801" b="1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1515311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EF0666CC-3DE9-4F3C-EF9E-EF199852546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EF0666CC-3DE9-4F3C-EF9E-EF199852546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297D29-33A8-A275-16BD-37085458EC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FA93BB-46F6-1361-882A-1CF846DD4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Hyperlink demonstration – destination slide</a:t>
            </a:r>
          </a:p>
        </p:txBody>
      </p:sp>
      <p:sp>
        <p:nvSpPr>
          <p:cNvPr id="13" name="Rectangle: Rounded Corners 12">
            <a:hlinkClick r:id="" action="ppaction://hlinkshowjump?jump=lastslideviewed"/>
            <a:extLst>
              <a:ext uri="{FF2B5EF4-FFF2-40B4-BE49-F238E27FC236}">
                <a16:creationId xmlns:a16="http://schemas.microsoft.com/office/drawing/2014/main" id="{859C19E8-296F-40FD-C019-047D64EC5C38}"/>
              </a:ext>
            </a:extLst>
          </p:cNvPr>
          <p:cNvSpPr/>
          <p:nvPr/>
        </p:nvSpPr>
        <p:spPr>
          <a:xfrm>
            <a:off x="4359565" y="1794618"/>
            <a:ext cx="766619" cy="263420"/>
          </a:xfrm>
          <a:prstGeom prst="roundRect">
            <a:avLst/>
          </a:prstGeom>
          <a:solidFill>
            <a:schemeClr val="accent2"/>
          </a:solidFill>
          <a:ln w="19050">
            <a:noFill/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1401" b="1">
                <a:solidFill>
                  <a:schemeClr val="bg1"/>
                </a:solidFill>
                <a:latin typeface="Graphik" panose="020B0503030202060203" pitchFamily="34" charset="77"/>
              </a:rPr>
              <a:t>Back</a:t>
            </a:r>
            <a:endParaRPr lang="en-US" sz="1801" b="1">
              <a:solidFill>
                <a:schemeClr val="bg1"/>
              </a:solidFill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75536728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7037&quot;&gt;&lt;version val=&quot;32946&quot;/&gt;&lt;CPresentation id=&quot;1&quot;&gt;&lt;m_precDefaultNumber&gt;&lt;m_yearfmt&gt;&lt;begin val=&quot;0&quot;/&gt;&lt;end val=&quot;4&quot;/&gt;&lt;/m_yearfmt&gt;&lt;/m_precDefaultNumber&gt;&lt;m_precDefaultPercent&gt;&lt;m_yearfmt&gt;&lt;begin val=&quot;0&quot;/&gt;&lt;end val=&quot;4&quot;/&gt;&lt;/m_yearfmt&gt;&lt;/m_precDefaultPercent&gt;&lt;m_precDefaultDate&gt;&lt;m_yearfmt&gt;&lt;begin val=&quot;0&quot;/&gt;&lt;end val=&quot;4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OJRKMSIZCicbhc4bAXGXQ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e61 slide master">
  <a:themeElements>
    <a:clrScheme name="e61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4F54"/>
      </a:accent1>
      <a:accent2>
        <a:srgbClr val="008080"/>
      </a:accent2>
      <a:accent3>
        <a:srgbClr val="33A7AB"/>
      </a:accent3>
      <a:accent4>
        <a:srgbClr val="FFA557"/>
      </a:accent4>
      <a:accent5>
        <a:srgbClr val="F88379"/>
      </a:accent5>
      <a:accent6>
        <a:srgbClr val="B40000"/>
      </a:accent6>
      <a:hlink>
        <a:srgbClr val="0563C1"/>
      </a:hlink>
      <a:folHlink>
        <a:srgbClr val="954F72"/>
      </a:folHlink>
    </a:clrScheme>
    <a:fontScheme name="Custom 2">
      <a:majorFont>
        <a:latin typeface="Proxima Nova Rg"/>
        <a:ea typeface=""/>
        <a:cs typeface=""/>
      </a:majorFont>
      <a:minorFont>
        <a:latin typeface="Proxima Nova Rg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 w="19050">
          <a:noFill/>
          <a:prstDash val="sysDot"/>
          <a:headEnd type="none" w="med" len="med"/>
          <a:tailEnd type="none" w="med" len="med"/>
        </a:ln>
      </a:spPr>
      <a:bodyPr rtlCol="0" anchor="ctr"/>
      <a:lstStyle>
        <a:defPPr algn="ctr">
          <a:defRPr b="1" dirty="0" smtClean="0">
            <a:solidFill>
              <a:schemeClr val="bg1"/>
            </a:solidFill>
            <a:latin typeface="Graphik" panose="020B0503030202060203" pitchFamily="34" charset="77"/>
          </a:defRPr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19050">
          <a:solidFill>
            <a:schemeClr val="tx1"/>
          </a:solidFill>
          <a:prstDash val="solid"/>
          <a:headEnd type="none" w="med" len="med"/>
          <a:tailEnd type="none" w="med" len="med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e61 general template.potx" id="{90061909-20C7-47C0-9BA3-1FCA4037CBDA}" vid="{47FE1831-D1E7-41D2-8A16-5B5B5DBA35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4025935-85eb-43e8-ab32-734675053e7f" xsi:nil="true"/>
    <lcf76f155ced4ddcb4097134ff3c332f xmlns="aa802c90-64f7-4260-a678-c5c09559402a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38A1619F266734FBC2B48FB95398739" ma:contentTypeVersion="19" ma:contentTypeDescription="Create a new document." ma:contentTypeScope="" ma:versionID="a36d063c8eb047894120791759bbc902">
  <xsd:schema xmlns:xsd="http://www.w3.org/2001/XMLSchema" xmlns:xs="http://www.w3.org/2001/XMLSchema" xmlns:p="http://schemas.microsoft.com/office/2006/metadata/properties" xmlns:ns2="aa802c90-64f7-4260-a678-c5c09559402a" xmlns:ns3="d4025935-85eb-43e8-ab32-734675053e7f" targetNamespace="http://schemas.microsoft.com/office/2006/metadata/properties" ma:root="true" ma:fieldsID="c6f7ca54d7100feba0c176cc38564367" ns2:_="" ns3:_="">
    <xsd:import namespace="aa802c90-64f7-4260-a678-c5c09559402a"/>
    <xsd:import namespace="d4025935-85eb-43e8-ab32-734675053e7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OCR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a802c90-64f7-4260-a678-c5c09559402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8bce0e04-9c7f-4626-8cb4-29f8b9ace21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025935-85eb-43e8-ab32-734675053e7f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bd7d9116-efc1-484d-8b57-8af332a5bfd6}" ma:internalName="TaxCatchAll" ma:showField="CatchAllData" ma:web="d4025935-85eb-43e8-ab32-734675053e7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29E81E1-445C-4E91-8E35-C5BD736A3B7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E36B762-179B-48EA-90B2-E74079BA15DE}">
  <ds:schemaRefs>
    <ds:schemaRef ds:uri="d4025935-85eb-43e8-ab32-734675053e7f"/>
    <ds:schemaRef ds:uri="aa802c90-64f7-4260-a678-c5c09559402a"/>
    <ds:schemaRef ds:uri="http://www.w3.org/XML/1998/namespace"/>
    <ds:schemaRef ds:uri="http://schemas.microsoft.com/office/infopath/2007/PartnerControls"/>
    <ds:schemaRef ds:uri="http://purl.org/dc/terms/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77AB7FB4-6D47-4EC6-BF49-66E893D4B59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a802c90-64f7-4260-a678-c5c09559402a"/>
    <ds:schemaRef ds:uri="d4025935-85eb-43e8-ab32-734675053e7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e61 general template (2)</Template>
  <TotalTime>0</TotalTime>
  <Words>997</Words>
  <Application>Microsoft Office PowerPoint</Application>
  <PresentationFormat>Widescreen</PresentationFormat>
  <Paragraphs>330</Paragraphs>
  <Slides>41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51" baseType="lpstr">
      <vt:lpstr>Arial</vt:lpstr>
      <vt:lpstr>Calibri</vt:lpstr>
      <vt:lpstr>Graphik</vt:lpstr>
      <vt:lpstr>GT Sectra Fine</vt:lpstr>
      <vt:lpstr>Proxima Nova Rg</vt:lpstr>
      <vt:lpstr>Roboto</vt:lpstr>
      <vt:lpstr>System Font</vt:lpstr>
      <vt:lpstr>Wingdings</vt:lpstr>
      <vt:lpstr>e61 slide master</vt:lpstr>
      <vt:lpstr>think-cell Slide</vt:lpstr>
      <vt:lpstr>PowerPoint Presentation</vt:lpstr>
      <vt:lpstr>PowerPoint Presentation</vt:lpstr>
      <vt:lpstr>Agenda</vt:lpstr>
      <vt:lpstr>PowerPoint Presentation</vt:lpstr>
      <vt:lpstr>To change the ticker titles, go to Slide Master (shortcut: Alt+W+M)</vt:lpstr>
      <vt:lpstr>There’s also a 4 ticker version, see the Layouts</vt:lpstr>
      <vt:lpstr>There’s also versions where the text is on the slide itself</vt:lpstr>
      <vt:lpstr>PowerPoint Presentation</vt:lpstr>
      <vt:lpstr>PowerPoint Presentation</vt:lpstr>
      <vt:lpstr>Slide with no ticker across</vt:lpstr>
      <vt:lpstr>Copyable ticker</vt:lpstr>
      <vt:lpstr>Copyable ticker</vt:lpstr>
      <vt:lpstr>Copyable ticker</vt:lpstr>
      <vt:lpstr>Copyable ticker</vt:lpstr>
      <vt:lpstr>Copyable ticker</vt:lpstr>
      <vt:lpstr>Colourbar on top</vt:lpstr>
      <vt:lpstr>PowerPoint Presentation</vt:lpstr>
      <vt:lpstr>PowerPoint Presentation</vt:lpstr>
      <vt:lpstr>PowerPoint Presentation</vt:lpstr>
      <vt:lpstr>PowerPoint Presentation</vt:lpstr>
      <vt:lpstr>4 ticker version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Using links between slides in PowerPoint</vt:lpstr>
      <vt:lpstr>Hyperlink demonstration – origin slide 1</vt:lpstr>
      <vt:lpstr>Hyperlink demonstration – origin slide 2</vt:lpstr>
      <vt:lpstr>Hyperlink demonstration – destination slide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 Nolan</dc:creator>
  <cp:lastModifiedBy>Matt Nolan</cp:lastModifiedBy>
  <cp:revision>1</cp:revision>
  <dcterms:created xsi:type="dcterms:W3CDTF">2025-11-17T22:22:05Z</dcterms:created>
  <dcterms:modified xsi:type="dcterms:W3CDTF">2025-11-17T22:22:49Z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0x010100E38A1619F266734FBC2B48FB95398739</vt:lpwstr>
  </property>
  <property fmtid="{D5CDD505-2E9C-101B-9397-08002B2CF9AE}" pid="3" name="MediaServiceImageTags">
    <vt:lpwstr/>
  </property>
</Properties>
</file>
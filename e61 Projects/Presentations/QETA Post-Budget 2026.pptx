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13"/>
  </p:notesMasterIdLst>
  <p:handoutMasterIdLst>
    <p:handoutMasterId r:id="rId14"/>
  </p:handoutMasterIdLst>
  <p:sldIdLst>
    <p:sldId id="309" r:id="rId5"/>
    <p:sldId id="2147140428" r:id="rId6"/>
    <p:sldId id="2147140429" r:id="rId7"/>
    <p:sldId id="2147140434" r:id="rId8"/>
    <p:sldId id="2147140433" r:id="rId9"/>
    <p:sldId id="2147140435" r:id="rId10"/>
    <p:sldId id="2147140432" r:id="rId11"/>
    <p:sldId id="2147140431" r:id="rId12"/>
  </p:sldIdLst>
  <p:sldSz cx="12192000" cy="6858000"/>
  <p:notesSz cx="6858000" cy="9144000"/>
  <p:custDataLst>
    <p:tags r:id="rId1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95BA906-B677-4ED9-B365-ED690E2CB720}">
          <p14:sldIdLst>
            <p14:sldId id="309"/>
            <p14:sldId id="2147140428"/>
            <p14:sldId id="2147140429"/>
            <p14:sldId id="2147140434"/>
            <p14:sldId id="2147140433"/>
            <p14:sldId id="2147140435"/>
            <p14:sldId id="2147140432"/>
            <p14:sldId id="2147140431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2212BB9-A5CF-D335-3301-776C81AF3ABE}" name="Lachlan Vass" initials="LV" userId="S::lachlan.vass@e61.in::3865f71c-c396-40c5-8390-2fc8d944de27" providerId="AD"/>
  <p188:author id="{34CD6AE3-4402-C73C-3D6D-D595530990B9}" name="Jack Buckley" initials="JB" userId="S::jack.buckley@e61.in::28ddcf48-0b29-47ef-8181-0ce27c074e2e" providerId="AD"/>
  <p188:author id="{71CA22F3-774C-2056-8AF6-7BA1CB40250A}" name="Sinn, Joshua" initials="SJ" userId="S::joshua.sinn@accenture.com::611c4376-2cbd-4772-b570-fe288a3c2a7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A7AB"/>
    <a:srgbClr val="004F54"/>
    <a:srgbClr val="2061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2"/>
    <p:restoredTop sz="94656"/>
  </p:normalViewPr>
  <p:slideViewPr>
    <p:cSldViewPr snapToGrid="0">
      <p:cViewPr varScale="1">
        <p:scale>
          <a:sx n="85" d="100"/>
          <a:sy n="85" d="100"/>
        </p:scale>
        <p:origin x="64" y="15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ags" Target="tags/tag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C9F452D-FA17-885C-CC89-0DC68658B2C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1B9CDAA-6A69-3DFF-BE4E-6602CC25B02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F87968-E7C3-4FA2-86D7-7CFDDCA2896A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0F01E9-DBAA-1EA2-4D9A-7E77B5DFA54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DBB76F-B80E-EE0E-9F0D-2AC63789573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08A632-F1EE-40DC-8EB4-831F2F70E7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40771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16A7BE-E113-476D-8DE0-A6138461ACE1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3F2214-1F6F-4D6B-854F-093941A8F6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1104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4" Type="http://schemas.openxmlformats.org/officeDocument/2006/relationships/image" Target="../media/image3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Relationship Id="rId4" Type="http://schemas.openxmlformats.org/officeDocument/2006/relationships/image" Target="../media/image3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Relationship Id="rId4" Type="http://schemas.openxmlformats.org/officeDocument/2006/relationships/image" Target="../media/image3.em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7.xml"/><Relationship Id="rId4" Type="http://schemas.openxmlformats.org/officeDocument/2006/relationships/image" Target="../media/image3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8.xml"/><Relationship Id="rId4" Type="http://schemas.openxmlformats.org/officeDocument/2006/relationships/image" Target="../media/image3.emf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9.xml"/><Relationship Id="rId4" Type="http://schemas.openxmlformats.org/officeDocument/2006/relationships/image" Target="../media/image3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0.xml"/><Relationship Id="rId4" Type="http://schemas.openxmlformats.org/officeDocument/2006/relationships/image" Target="../media/image3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1.xml"/><Relationship Id="rId4" Type="http://schemas.openxmlformats.org/officeDocument/2006/relationships/image" Target="../media/image3.emf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2.xml"/><Relationship Id="rId4" Type="http://schemas.openxmlformats.org/officeDocument/2006/relationships/image" Target="../media/image3.emf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3.xml"/><Relationship Id="rId4" Type="http://schemas.openxmlformats.org/officeDocument/2006/relationships/image" Target="../media/image3.emf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4.xml"/><Relationship Id="rId4" Type="http://schemas.openxmlformats.org/officeDocument/2006/relationships/image" Target="../media/image3.emf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5.xml"/><Relationship Id="rId4" Type="http://schemas.openxmlformats.org/officeDocument/2006/relationships/image" Target="../media/image3.emf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6.xml"/><Relationship Id="rId4" Type="http://schemas.openxmlformats.org/officeDocument/2006/relationships/image" Target="../media/image3.emf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7.xml"/><Relationship Id="rId4" Type="http://schemas.openxmlformats.org/officeDocument/2006/relationships/image" Target="../media/image3.emf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8.xml"/><Relationship Id="rId4" Type="http://schemas.openxmlformats.org/officeDocument/2006/relationships/image" Target="../media/image3.emf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9.xml"/><Relationship Id="rId4" Type="http://schemas.openxmlformats.org/officeDocument/2006/relationships/image" Target="../media/image3.emf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0.xml"/><Relationship Id="rId4" Type="http://schemas.openxmlformats.org/officeDocument/2006/relationships/image" Target="../media/image3.emf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1.xml"/><Relationship Id="rId4" Type="http://schemas.openxmlformats.org/officeDocument/2006/relationships/image" Target="../media/image3.emf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2.xml"/><Relationship Id="rId4" Type="http://schemas.openxmlformats.org/officeDocument/2006/relationships/image" Target="../media/image3.emf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3.xml"/><Relationship Id="rId4" Type="http://schemas.openxmlformats.org/officeDocument/2006/relationships/image" Target="../media/image3.emf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4.xml"/><Relationship Id="rId4" Type="http://schemas.openxmlformats.org/officeDocument/2006/relationships/image" Target="../media/image3.emf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5.xml"/><Relationship Id="rId4" Type="http://schemas.openxmlformats.org/officeDocument/2006/relationships/image" Target="../media/image3.emf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6.xml"/><Relationship Id="rId5" Type="http://schemas.openxmlformats.org/officeDocument/2006/relationships/image" Target="../media/image5.png"/><Relationship Id="rId4" Type="http://schemas.openxmlformats.org/officeDocument/2006/relationships/image" Target="../media/image4.emf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7.xml"/><Relationship Id="rId4" Type="http://schemas.openxmlformats.org/officeDocument/2006/relationships/image" Target="../media/image3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1/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343770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343565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2756601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5106101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FB1B00-60DD-AE89-42C0-D20DA9257E77}"/>
              </a:ext>
            </a:extLst>
          </p:cNvPr>
          <p:cNvSpPr/>
          <p:nvPr userDrawn="1"/>
        </p:nvSpPr>
        <p:spPr>
          <a:xfrm>
            <a:off x="74556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2756601" y="343565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5102139" y="34356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503FAF-4D61-241B-6D38-A468ADF7204E}"/>
              </a:ext>
            </a:extLst>
          </p:cNvPr>
          <p:cNvSpPr/>
          <p:nvPr userDrawn="1"/>
        </p:nvSpPr>
        <p:spPr>
          <a:xfrm>
            <a:off x="7447676" y="343563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343562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8354464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2/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343770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343565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2756601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5106101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FB1B00-60DD-AE89-42C0-D20DA9257E77}"/>
              </a:ext>
            </a:extLst>
          </p:cNvPr>
          <p:cNvSpPr/>
          <p:nvPr userDrawn="1"/>
        </p:nvSpPr>
        <p:spPr>
          <a:xfrm>
            <a:off x="74556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2756601" y="343565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5102139" y="34356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503FAF-4D61-241B-6D38-A468ADF7204E}"/>
              </a:ext>
            </a:extLst>
          </p:cNvPr>
          <p:cNvSpPr/>
          <p:nvPr userDrawn="1"/>
        </p:nvSpPr>
        <p:spPr>
          <a:xfrm>
            <a:off x="7447676" y="343563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343562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34663084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3/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343770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343565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2756601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5106101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FB1B00-60DD-AE89-42C0-D20DA9257E77}"/>
              </a:ext>
            </a:extLst>
          </p:cNvPr>
          <p:cNvSpPr/>
          <p:nvPr userDrawn="1"/>
        </p:nvSpPr>
        <p:spPr>
          <a:xfrm>
            <a:off x="74556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2756601" y="343565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5102139" y="343564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503FAF-4D61-241B-6D38-A468ADF7204E}"/>
              </a:ext>
            </a:extLst>
          </p:cNvPr>
          <p:cNvSpPr/>
          <p:nvPr userDrawn="1"/>
        </p:nvSpPr>
        <p:spPr>
          <a:xfrm>
            <a:off x="7447676" y="343563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343562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4926734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4/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343770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343565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2756601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5106101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FB1B00-60DD-AE89-42C0-D20DA9257E77}"/>
              </a:ext>
            </a:extLst>
          </p:cNvPr>
          <p:cNvSpPr/>
          <p:nvPr userDrawn="1"/>
        </p:nvSpPr>
        <p:spPr>
          <a:xfrm>
            <a:off x="74556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2756601" y="343565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5102139" y="34356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503FAF-4D61-241B-6D38-A468ADF7204E}"/>
              </a:ext>
            </a:extLst>
          </p:cNvPr>
          <p:cNvSpPr/>
          <p:nvPr userDrawn="1"/>
        </p:nvSpPr>
        <p:spPr>
          <a:xfrm>
            <a:off x="7447676" y="343563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343562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31279117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5/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343770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343565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2756601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5106101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FB1B00-60DD-AE89-42C0-D20DA9257E77}"/>
              </a:ext>
            </a:extLst>
          </p:cNvPr>
          <p:cNvSpPr/>
          <p:nvPr userDrawn="1"/>
        </p:nvSpPr>
        <p:spPr>
          <a:xfrm>
            <a:off x="74556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2756601" y="343565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5102139" y="34356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503FAF-4D61-241B-6D38-A468ADF7204E}"/>
              </a:ext>
            </a:extLst>
          </p:cNvPr>
          <p:cNvSpPr/>
          <p:nvPr userDrawn="1"/>
        </p:nvSpPr>
        <p:spPr>
          <a:xfrm>
            <a:off x="7447676" y="343563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343562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36069256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Ap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343770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5106101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Appendix</a:t>
            </a:r>
            <a:endParaRPr lang="en-AU" sz="1200" dirty="0">
              <a:solidFill>
                <a:schemeClr val="tx1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5102139" y="343564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38279690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Alt 1/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2949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2744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2756601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5106101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FB1B00-60DD-AE89-42C0-D20DA9257E77}"/>
              </a:ext>
            </a:extLst>
          </p:cNvPr>
          <p:cNvSpPr/>
          <p:nvPr userDrawn="1"/>
        </p:nvSpPr>
        <p:spPr>
          <a:xfrm>
            <a:off x="74556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2756601" y="274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5102139" y="2743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503FAF-4D61-241B-6D38-A468ADF7204E}"/>
              </a:ext>
            </a:extLst>
          </p:cNvPr>
          <p:cNvSpPr/>
          <p:nvPr userDrawn="1"/>
        </p:nvSpPr>
        <p:spPr>
          <a:xfrm>
            <a:off x="7447676" y="2742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2741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9225142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Alt 2/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2949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274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2756601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5106101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FB1B00-60DD-AE89-42C0-D20DA9257E77}"/>
              </a:ext>
            </a:extLst>
          </p:cNvPr>
          <p:cNvSpPr/>
          <p:nvPr userDrawn="1"/>
        </p:nvSpPr>
        <p:spPr>
          <a:xfrm>
            <a:off x="74556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2756601" y="2744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5102139" y="2743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503FAF-4D61-241B-6D38-A468ADF7204E}"/>
              </a:ext>
            </a:extLst>
          </p:cNvPr>
          <p:cNvSpPr/>
          <p:nvPr userDrawn="1"/>
        </p:nvSpPr>
        <p:spPr>
          <a:xfrm>
            <a:off x="7447676" y="2742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2741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15263565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Alt 3/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2949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274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2756601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5106101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FB1B00-60DD-AE89-42C0-D20DA9257E77}"/>
              </a:ext>
            </a:extLst>
          </p:cNvPr>
          <p:cNvSpPr/>
          <p:nvPr userDrawn="1"/>
        </p:nvSpPr>
        <p:spPr>
          <a:xfrm>
            <a:off x="74556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2756601" y="274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5102139" y="2743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503FAF-4D61-241B-6D38-A468ADF7204E}"/>
              </a:ext>
            </a:extLst>
          </p:cNvPr>
          <p:cNvSpPr/>
          <p:nvPr userDrawn="1"/>
        </p:nvSpPr>
        <p:spPr>
          <a:xfrm>
            <a:off x="7447676" y="2742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2741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4079992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Alt 4/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2949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274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2756601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5106101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FB1B00-60DD-AE89-42C0-D20DA9257E77}"/>
              </a:ext>
            </a:extLst>
          </p:cNvPr>
          <p:cNvSpPr/>
          <p:nvPr userDrawn="1"/>
        </p:nvSpPr>
        <p:spPr>
          <a:xfrm>
            <a:off x="74556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2756601" y="274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5102139" y="2743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503FAF-4D61-241B-6D38-A468ADF7204E}"/>
              </a:ext>
            </a:extLst>
          </p:cNvPr>
          <p:cNvSpPr/>
          <p:nvPr userDrawn="1"/>
        </p:nvSpPr>
        <p:spPr>
          <a:xfrm>
            <a:off x="7447676" y="2742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2741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34832689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Alt 5/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2949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274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2756601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5106101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FB1B00-60DD-AE89-42C0-D20DA9257E77}"/>
              </a:ext>
            </a:extLst>
          </p:cNvPr>
          <p:cNvSpPr/>
          <p:nvPr userDrawn="1"/>
        </p:nvSpPr>
        <p:spPr>
          <a:xfrm>
            <a:off x="74556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2756601" y="274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5102139" y="2743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503FAF-4D61-241B-6D38-A468ADF7204E}"/>
              </a:ext>
            </a:extLst>
          </p:cNvPr>
          <p:cNvSpPr/>
          <p:nvPr userDrawn="1"/>
        </p:nvSpPr>
        <p:spPr>
          <a:xfrm>
            <a:off x="7447676" y="2742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2741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9745810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Alt Ap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2949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5106101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 dirty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Appendix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5102139" y="2743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153817078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1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343770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343565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3539767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FB1B00-60DD-AE89-42C0-D20DA9257E77}"/>
              </a:ext>
            </a:extLst>
          </p:cNvPr>
          <p:cNvSpPr/>
          <p:nvPr userDrawn="1"/>
        </p:nvSpPr>
        <p:spPr>
          <a:xfrm>
            <a:off x="6672434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3535805" y="343565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503FAF-4D61-241B-6D38-A468ADF7204E}"/>
              </a:ext>
            </a:extLst>
          </p:cNvPr>
          <p:cNvSpPr/>
          <p:nvPr userDrawn="1"/>
        </p:nvSpPr>
        <p:spPr>
          <a:xfrm>
            <a:off x="6664510" y="343563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343562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11646279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2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343770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343565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3539767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FB1B00-60DD-AE89-42C0-D20DA9257E77}"/>
              </a:ext>
            </a:extLst>
          </p:cNvPr>
          <p:cNvSpPr/>
          <p:nvPr userDrawn="1"/>
        </p:nvSpPr>
        <p:spPr>
          <a:xfrm>
            <a:off x="6672434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3535805" y="343565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503FAF-4D61-241B-6D38-A468ADF7204E}"/>
              </a:ext>
            </a:extLst>
          </p:cNvPr>
          <p:cNvSpPr/>
          <p:nvPr userDrawn="1"/>
        </p:nvSpPr>
        <p:spPr>
          <a:xfrm>
            <a:off x="6664510" y="343563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343562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364038660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3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343770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343565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3539767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6672434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3535805" y="343565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6664510" y="343564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343562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64132381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4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343770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343565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3539767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FB1B00-60DD-AE89-42C0-D20DA9257E77}"/>
              </a:ext>
            </a:extLst>
          </p:cNvPr>
          <p:cNvSpPr/>
          <p:nvPr userDrawn="1"/>
        </p:nvSpPr>
        <p:spPr>
          <a:xfrm>
            <a:off x="6672434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3535805" y="343565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503FAF-4D61-241B-6D38-A468ADF7204E}"/>
              </a:ext>
            </a:extLst>
          </p:cNvPr>
          <p:cNvSpPr/>
          <p:nvPr userDrawn="1"/>
        </p:nvSpPr>
        <p:spPr>
          <a:xfrm>
            <a:off x="6664510" y="343563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343562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91817757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Alt 1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2949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2744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3539767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6672434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3535805" y="274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6664510" y="2743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2741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299542040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Alt 2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2949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274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3539767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6672434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3535805" y="2744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6664510" y="2743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2741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113091265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Alt 3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2949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274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3539767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6672434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3535805" y="274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6664510" y="2743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2741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76870563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Alt 4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2949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274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3539767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6672434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3535805" y="274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6664510" y="2743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2741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39753665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o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CCB03E8-089D-0ACD-1D05-C59964D50E2F}"/>
              </a:ext>
            </a:extLst>
          </p:cNvPr>
          <p:cNvSpPr/>
          <p:nvPr userDrawn="1"/>
        </p:nvSpPr>
        <p:spPr>
          <a:xfrm>
            <a:off x="0" y="350761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42143CB0-80E3-8AB0-053D-E52E19E92F6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-199" y="26127"/>
            <a:ext cx="1980000" cy="291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algn="ctr">
              <a:defRPr lang="en-US" sz="1200" smtClean="0">
                <a:solidFill>
                  <a:schemeClr val="tx1"/>
                </a:solidFill>
                <a:latin typeface="+mj-lt"/>
                <a:ea typeface="+mn-ea"/>
              </a:defRPr>
            </a:lvl1pPr>
            <a:lvl2pPr>
              <a:defRPr lang="en-US" sz="1800" smtClean="0">
                <a:solidFill>
                  <a:schemeClr val="lt1"/>
                </a:solidFill>
                <a:ea typeface="+mn-ea"/>
                <a:cs typeface="+mn-cs"/>
              </a:defRPr>
            </a:lvl2pPr>
            <a:lvl3pPr>
              <a:defRPr lang="en-US" sz="1800" smtClean="0">
                <a:solidFill>
                  <a:schemeClr val="lt1"/>
                </a:solidFill>
                <a:ea typeface="+mn-ea"/>
                <a:cs typeface="+mn-cs"/>
              </a:defRPr>
            </a:lvl3pPr>
            <a:lvl4pPr>
              <a:defRPr lang="en-US" sz="1800" smtClean="0">
                <a:solidFill>
                  <a:schemeClr val="lt1"/>
                </a:solidFill>
                <a:ea typeface="+mn-ea"/>
                <a:cs typeface="+mn-cs"/>
              </a:defRPr>
            </a:lvl4pPr>
            <a:lvl5pPr>
              <a:defRPr lang="en-AU" sz="1800">
                <a:solidFill>
                  <a:schemeClr val="lt1"/>
                </a:solidFill>
                <a:ea typeface="+mn-ea"/>
                <a:cs typeface="+mn-cs"/>
              </a:defRPr>
            </a:lvl5pPr>
          </a:lstStyle>
          <a:p>
            <a:pPr lvl="0" defTabSz="914400" latinLnBrk="0"/>
            <a:r>
              <a:rPr lang="en-US"/>
              <a:t>Section name here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2766863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4267445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Object 9" hidden="1">
            <a:extLst>
              <a:ext uri="{FF2B5EF4-FFF2-40B4-BE49-F238E27FC236}">
                <a16:creationId xmlns:a16="http://schemas.microsoft.com/office/drawing/2014/main" id="{EF090DBB-DBAB-499B-B31E-9C5FEBA1D20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6076937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81" imgH="381" progId="TCLayout.ActiveDocument.1">
                  <p:embed/>
                </p:oleObj>
              </mc:Choice>
              <mc:Fallback>
                <p:oleObj name="think-cell Slide" r:id="rId3" imgW="381" imgH="381" progId="TCLayout.ActiveDocument.1">
                  <p:embed/>
                  <p:pic>
                    <p:nvPicPr>
                      <p:cNvPr id="10" name="Object 9" hidden="1">
                        <a:extLst>
                          <a:ext uri="{FF2B5EF4-FFF2-40B4-BE49-F238E27FC236}">
                            <a16:creationId xmlns:a16="http://schemas.microsoft.com/office/drawing/2014/main" id="{EF090DBB-DBAB-499B-B31E-9C5FEBA1D20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" name="Rectangle 28">
            <a:extLst>
              <a:ext uri="{FF2B5EF4-FFF2-40B4-BE49-F238E27FC236}">
                <a16:creationId xmlns:a16="http://schemas.microsoft.com/office/drawing/2014/main" id="{2AED96BB-361A-4F3E-A7CB-D1560FDE9F2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CD3CA51-1D19-4ADC-908F-13F64C03CB2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207417" y="3925156"/>
            <a:ext cx="4698834" cy="1181862"/>
          </a:xfrm>
          <a:prstGeom prst="rect">
            <a:avLst/>
          </a:prstGeom>
        </p:spPr>
        <p:txBody>
          <a:bodyPr vert="horz" wrap="square" lIns="0" tIns="0" rIns="0" bIns="0" anchor="b">
            <a:spAutoFit/>
          </a:bodyPr>
          <a:lstStyle>
            <a:lvl1pPr algn="ctr">
              <a:defRPr sz="3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/>
              <a:t>Place presentation title here in sentence case, max 3 lines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62FDB2B-16C1-4564-B415-DBBBCF0037B4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3811" y="1475802"/>
            <a:ext cx="2726046" cy="1953198"/>
          </a:xfrm>
          <a:prstGeom prst="rect">
            <a:avLst/>
          </a:prstGeom>
        </p:spPr>
      </p:pic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44C01ECE-843C-4618-8C3A-082A62CB3D4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207417" y="5334153"/>
            <a:ext cx="4698834" cy="30777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ctr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6" indent="0">
              <a:buNone/>
              <a:defRPr/>
            </a:lvl2pPr>
            <a:lvl3pPr marL="914411" indent="0">
              <a:buNone/>
              <a:defRPr/>
            </a:lvl3pPr>
            <a:lvl4pPr marL="1371617" indent="0">
              <a:buNone/>
              <a:defRPr/>
            </a:lvl4pPr>
            <a:lvl5pPr marL="1828823" indent="0">
              <a:buNone/>
              <a:defRPr/>
            </a:lvl5pPr>
          </a:lstStyle>
          <a:p>
            <a:pPr lvl="0"/>
            <a:r>
              <a:rPr lang="en-US"/>
              <a:t>Event title – event date</a:t>
            </a:r>
          </a:p>
        </p:txBody>
      </p:sp>
      <p:sp>
        <p:nvSpPr>
          <p:cNvPr id="3" name="Picture Placeholder 7">
            <a:extLst>
              <a:ext uri="{FF2B5EF4-FFF2-40B4-BE49-F238E27FC236}">
                <a16:creationId xmlns:a16="http://schemas.microsoft.com/office/drawing/2014/main" id="{9F417C3A-BBD1-0EAC-6A37-12CE6587C5B9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" y="0"/>
            <a:ext cx="6921666" cy="6858000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Insert image </a:t>
            </a:r>
          </a:p>
          <a:p>
            <a:r>
              <a:rPr lang="en-US"/>
              <a:t>(try: https://unsplash.com/)</a:t>
            </a:r>
          </a:p>
        </p:txBody>
      </p:sp>
    </p:spTree>
    <p:extLst>
      <p:ext uri="{BB962C8B-B14F-4D97-AF65-F5344CB8AC3E}">
        <p14:creationId xmlns:p14="http://schemas.microsoft.com/office/powerpoint/2010/main" val="221004353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0037DA-877B-4969-92F3-D62917753DD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9093" y="381001"/>
            <a:ext cx="7997522" cy="3429000"/>
          </a:xfrm>
        </p:spPr>
        <p:txBody>
          <a:bodyPr anchor="b"/>
          <a:lstStyle>
            <a:lvl1pPr algn="l">
              <a:lnSpc>
                <a:spcPct val="90000"/>
              </a:lnSpc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Place presentation title here in sentence case, max 3 lines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BBB33C-A0EF-4DAE-96F6-5E528C0ED20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49093" y="3970736"/>
            <a:ext cx="6884562" cy="1092845"/>
          </a:xfr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400" b="0" i="0" spc="0">
                <a:solidFill>
                  <a:schemeClr val="tx1">
                    <a:lumMod val="95000"/>
                  </a:schemeClr>
                </a:solidFill>
                <a:latin typeface="GT Sectra Fine"/>
              </a:defRPr>
            </a:lvl1pPr>
            <a:lvl2pPr marL="457206" indent="0" algn="ctr">
              <a:buNone/>
              <a:defRPr sz="2000"/>
            </a:lvl2pPr>
            <a:lvl3pPr marL="914411" indent="0" algn="ctr">
              <a:buNone/>
              <a:defRPr sz="1801"/>
            </a:lvl3pPr>
            <a:lvl4pPr marL="1371617" indent="0" algn="ctr">
              <a:buNone/>
              <a:defRPr sz="1600"/>
            </a:lvl4pPr>
            <a:lvl5pPr marL="1828823" indent="0" algn="ctr">
              <a:buNone/>
              <a:defRPr sz="1600"/>
            </a:lvl5pPr>
            <a:lvl6pPr marL="2286029" indent="0" algn="ctr">
              <a:buNone/>
              <a:defRPr sz="1600"/>
            </a:lvl6pPr>
            <a:lvl7pPr marL="2743234" indent="0" algn="ctr">
              <a:buNone/>
              <a:defRPr sz="1600"/>
            </a:lvl7pPr>
            <a:lvl8pPr marL="3200440" indent="0" algn="ctr">
              <a:buNone/>
              <a:defRPr sz="1600"/>
            </a:lvl8pPr>
            <a:lvl9pPr marL="3657646" indent="0" algn="ctr">
              <a:buNone/>
              <a:defRPr sz="1600"/>
            </a:lvl9pPr>
          </a:lstStyle>
          <a:p>
            <a:pPr marL="0" lvl="0" indent="0" algn="l" defTabSz="914411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Place subtitle here in GT Sectra Fine 24pt</a:t>
            </a:r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B2BDB7F4-6E1D-4904-AD31-0A33E91A2E6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149093" y="5352585"/>
            <a:ext cx="4114798" cy="530687"/>
          </a:xfrm>
        </p:spPr>
        <p:txBody>
          <a:bodyPr/>
          <a:lstStyle>
            <a:lvl1pPr marL="0" indent="0" algn="l" defTabSz="914411" rtl="0" eaLnBrk="1" latinLnBrk="0" hangingPunct="1">
              <a:spcAft>
                <a:spcPts val="0"/>
              </a:spcAft>
              <a:buNone/>
              <a:defRPr lang="en-US" sz="16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algn="l" defTabSz="914411" rtl="0" eaLnBrk="1" latinLnBrk="0" hangingPunct="1">
              <a:spcAft>
                <a:spcPts val="0"/>
              </a:spcAft>
              <a:defRPr lang="en-US" sz="1401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411" rtl="0" eaLnBrk="1" latinLnBrk="0" hangingPunct="1">
              <a:spcAft>
                <a:spcPts val="0"/>
              </a:spcAft>
              <a:defRPr lang="en-US" sz="1401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411" rtl="0" eaLnBrk="1" latinLnBrk="0" hangingPunct="1">
              <a:spcAft>
                <a:spcPts val="0"/>
              </a:spcAft>
              <a:defRPr lang="en-US" sz="1401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411" rtl="0" eaLnBrk="1" latinLnBrk="0" hangingPunct="1">
              <a:spcAft>
                <a:spcPts val="0"/>
              </a:spcAft>
              <a:defRPr lang="en-US" sz="1401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Date (DD MMMM YYYY)</a:t>
            </a:r>
          </a:p>
        </p:txBody>
      </p:sp>
      <p:pic>
        <p:nvPicPr>
          <p:cNvPr id="8" name="Picture 7" descr="Logo&#10;&#10;Description automatically generated">
            <a:extLst>
              <a:ext uri="{FF2B5EF4-FFF2-40B4-BE49-F238E27FC236}">
                <a16:creationId xmlns:a16="http://schemas.microsoft.com/office/drawing/2014/main" id="{E5A68FC7-26B5-D447-0F4F-4539456AF0C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3521" y="4788067"/>
            <a:ext cx="1965317" cy="1298408"/>
          </a:xfrm>
          <a:prstGeom prst="rect">
            <a:avLst/>
          </a:prstGeom>
        </p:spPr>
      </p:pic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1F6C5752-FCAA-86D8-96A8-435178EF85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9092" y="5004444"/>
            <a:ext cx="4114800" cy="348141"/>
          </a:xfrm>
          <a:prstGeom prst="rect">
            <a:avLst/>
          </a:prstGeom>
        </p:spPr>
        <p:txBody>
          <a:bodyPr/>
          <a:lstStyle>
            <a:lvl1pPr>
              <a:defRPr lang="en-US" sz="1600" b="0" i="0" kern="1200" spc="0" dirty="0" smtClean="0">
                <a:solidFill>
                  <a:schemeClr val="tx1">
                    <a:lumMod val="95000"/>
                  </a:schemeClr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Presenters</a:t>
            </a:r>
          </a:p>
        </p:txBody>
      </p:sp>
    </p:spTree>
    <p:extLst>
      <p:ext uri="{BB962C8B-B14F-4D97-AF65-F5344CB8AC3E}">
        <p14:creationId xmlns:p14="http://schemas.microsoft.com/office/powerpoint/2010/main" val="309148302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400" userDrawn="1">
          <p15:clr>
            <a:srgbClr val="5ACBF0"/>
          </p15:clr>
        </p15:guide>
        <p15:guide id="2" orient="horz" pos="2520" userDrawn="1">
          <p15:clr>
            <a:srgbClr val="5ACBF0"/>
          </p15:clr>
        </p15:guide>
        <p15:guide id="3" pos="720" userDrawn="1">
          <p15:clr>
            <a:srgbClr val="5ACBF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4">
            <a:extLst>
              <a:ext uri="{FF2B5EF4-FFF2-40B4-BE49-F238E27FC236}">
                <a16:creationId xmlns:a16="http://schemas.microsoft.com/office/drawing/2014/main" id="{1DC12A70-EB69-034B-A8B3-5A8F76E5FCC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81001" y="2182000"/>
            <a:ext cx="3267012" cy="286957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2400">
                <a:solidFill>
                  <a:schemeClr val="bg2"/>
                </a:solidFill>
                <a:latin typeface="GT Sectra Fine" panose="00000500000000000000" pitchFamily="50" charset="0"/>
              </a:defRPr>
            </a:lvl1pPr>
            <a:lvl2pPr marL="0" indent="0">
              <a:buNone/>
              <a:defRPr sz="1801"/>
            </a:lvl2pPr>
            <a:lvl3pPr marL="228604">
              <a:buFont typeface="Arial" panose="020B0604020202020204" pitchFamily="34" charset="0"/>
              <a:buChar char="•"/>
              <a:defRPr sz="1801"/>
            </a:lvl3pPr>
            <a:lvl4pPr marL="457206">
              <a:buFont typeface="System Font"/>
              <a:buChar char="–"/>
              <a:defRPr sz="1600"/>
            </a:lvl4pPr>
            <a:lvl5pPr marL="685809">
              <a:buFont typeface="Arial" panose="020B0604020202020204" pitchFamily="34" charset="0"/>
              <a:buChar char="•"/>
              <a:defRPr sz="1600"/>
            </a:lvl5pPr>
          </a:lstStyle>
          <a:p>
            <a:pPr lvl="0"/>
            <a:r>
              <a:rPr lang="en-US"/>
              <a:t>Place agenda summary here in GT Sectra Fine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251A5E4-3909-4229-80CB-2E4CA2A5B2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2" y="1371601"/>
            <a:ext cx="3267012" cy="810399"/>
          </a:xfrm>
          <a:prstGeom prst="rect">
            <a:avLst/>
          </a:prstGeom>
        </p:spPr>
        <p:txBody>
          <a:bodyPr/>
          <a:lstStyle/>
          <a:p>
            <a:r>
              <a:rPr lang="en-GB"/>
              <a:t>Agenda</a:t>
            </a:r>
            <a:endParaRPr lang="en-US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257C0C72-781A-F24F-B1F2-0A290409F1F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66973" y="1371600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57" name="Text Placeholder 17">
            <a:extLst>
              <a:ext uri="{FF2B5EF4-FFF2-40B4-BE49-F238E27FC236}">
                <a16:creationId xmlns:a16="http://schemas.microsoft.com/office/drawing/2014/main" id="{A5D4C4AC-7870-A641-AF65-6F3ECB9DA9C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66973" y="1976479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59" name="Text Placeholder 17">
            <a:extLst>
              <a:ext uri="{FF2B5EF4-FFF2-40B4-BE49-F238E27FC236}">
                <a16:creationId xmlns:a16="http://schemas.microsoft.com/office/drawing/2014/main" id="{9F332AA7-2896-E24E-B21D-90FED54D433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966973" y="2581356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61" name="Text Placeholder 17">
            <a:extLst>
              <a:ext uri="{FF2B5EF4-FFF2-40B4-BE49-F238E27FC236}">
                <a16:creationId xmlns:a16="http://schemas.microsoft.com/office/drawing/2014/main" id="{25D7BCB2-FC6B-2A46-AC11-482A4F73111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966973" y="3186234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63" name="Text Placeholder 17">
            <a:extLst>
              <a:ext uri="{FF2B5EF4-FFF2-40B4-BE49-F238E27FC236}">
                <a16:creationId xmlns:a16="http://schemas.microsoft.com/office/drawing/2014/main" id="{FD74906C-72A4-CF4A-A4F6-B28AE864B9B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966973" y="3791113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65" name="Text Placeholder 17">
            <a:extLst>
              <a:ext uri="{FF2B5EF4-FFF2-40B4-BE49-F238E27FC236}">
                <a16:creationId xmlns:a16="http://schemas.microsoft.com/office/drawing/2014/main" id="{F28AA3EC-0083-2742-A4D0-0B32569FD76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966973" y="4395990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67" name="Text Placeholder 17">
            <a:extLst>
              <a:ext uri="{FF2B5EF4-FFF2-40B4-BE49-F238E27FC236}">
                <a16:creationId xmlns:a16="http://schemas.microsoft.com/office/drawing/2014/main" id="{D46DA866-B19E-684E-8A23-EEA29548784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966973" y="5000868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69" name="Text Placeholder 17">
            <a:extLst>
              <a:ext uri="{FF2B5EF4-FFF2-40B4-BE49-F238E27FC236}">
                <a16:creationId xmlns:a16="http://schemas.microsoft.com/office/drawing/2014/main" id="{A4A135E2-DF01-5543-BA57-DFBCCC446A3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966973" y="5605747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29" name="Text Placeholder 17">
            <a:extLst>
              <a:ext uri="{FF2B5EF4-FFF2-40B4-BE49-F238E27FC236}">
                <a16:creationId xmlns:a16="http://schemas.microsoft.com/office/drawing/2014/main" id="{2F4C171E-3D12-FC48-87BB-B5005B4EE33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284358" y="1371600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0" name="Text Placeholder 17">
            <a:extLst>
              <a:ext uri="{FF2B5EF4-FFF2-40B4-BE49-F238E27FC236}">
                <a16:creationId xmlns:a16="http://schemas.microsoft.com/office/drawing/2014/main" id="{E8AE9E02-9423-4748-8AD7-2BBB3B94A79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284358" y="1976479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1" name="Text Placeholder 17">
            <a:extLst>
              <a:ext uri="{FF2B5EF4-FFF2-40B4-BE49-F238E27FC236}">
                <a16:creationId xmlns:a16="http://schemas.microsoft.com/office/drawing/2014/main" id="{7C692F47-FBF4-5842-A0CA-4B8B48DE463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284358" y="2581356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2" name="Text Placeholder 17">
            <a:extLst>
              <a:ext uri="{FF2B5EF4-FFF2-40B4-BE49-F238E27FC236}">
                <a16:creationId xmlns:a16="http://schemas.microsoft.com/office/drawing/2014/main" id="{BDE48124-A481-074B-9AD4-22EC49D172D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284358" y="3186234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3" name="Text Placeholder 17">
            <a:extLst>
              <a:ext uri="{FF2B5EF4-FFF2-40B4-BE49-F238E27FC236}">
                <a16:creationId xmlns:a16="http://schemas.microsoft.com/office/drawing/2014/main" id="{98E2B4B4-ED02-4945-B581-1A8D48D031A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284358" y="3791113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B70B7DFE-5DE8-0F42-BF3C-DA43110C0D0E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4284358" y="4395990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5" name="Text Placeholder 17">
            <a:extLst>
              <a:ext uri="{FF2B5EF4-FFF2-40B4-BE49-F238E27FC236}">
                <a16:creationId xmlns:a16="http://schemas.microsoft.com/office/drawing/2014/main" id="{D63FCDAD-F7F9-774F-8EC9-A0777820ED0F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284358" y="5000868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AE66CCF5-C5F4-5645-A851-E4A7D572FDA7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4284358" y="5605747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72EABDE-2DC7-B441-8D65-EC926DD10B85}"/>
              </a:ext>
            </a:extLst>
          </p:cNvPr>
          <p:cNvCxnSpPr>
            <a:cxnSpLocks/>
          </p:cNvCxnSpPr>
          <p:nvPr userDrawn="1"/>
        </p:nvCxnSpPr>
        <p:spPr>
          <a:xfrm>
            <a:off x="4045241" y="1371601"/>
            <a:ext cx="0" cy="33327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 Placeholder 17">
            <a:extLst>
              <a:ext uri="{FF2B5EF4-FFF2-40B4-BE49-F238E27FC236}">
                <a16:creationId xmlns:a16="http://schemas.microsoft.com/office/drawing/2014/main" id="{C10680BC-1106-B24D-A63E-02912A27325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8857959" y="1371600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87" name="Text Placeholder 17">
            <a:extLst>
              <a:ext uri="{FF2B5EF4-FFF2-40B4-BE49-F238E27FC236}">
                <a16:creationId xmlns:a16="http://schemas.microsoft.com/office/drawing/2014/main" id="{194D437D-E8B7-694E-B60A-5A3D6E811713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8857959" y="1976479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88" name="Text Placeholder 17">
            <a:extLst>
              <a:ext uri="{FF2B5EF4-FFF2-40B4-BE49-F238E27FC236}">
                <a16:creationId xmlns:a16="http://schemas.microsoft.com/office/drawing/2014/main" id="{D743CFF4-B173-B648-86A6-5021F5FB8C07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8857959" y="2581356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89" name="Text Placeholder 17">
            <a:extLst>
              <a:ext uri="{FF2B5EF4-FFF2-40B4-BE49-F238E27FC236}">
                <a16:creationId xmlns:a16="http://schemas.microsoft.com/office/drawing/2014/main" id="{67B9EDF9-023B-A84C-B540-ABBA3E3BA5C0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8857959" y="3186234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90" name="Text Placeholder 17">
            <a:extLst>
              <a:ext uri="{FF2B5EF4-FFF2-40B4-BE49-F238E27FC236}">
                <a16:creationId xmlns:a16="http://schemas.microsoft.com/office/drawing/2014/main" id="{EA82EDEB-3F03-7A48-BC36-8C7437083F46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857959" y="3791113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91" name="Text Placeholder 17">
            <a:extLst>
              <a:ext uri="{FF2B5EF4-FFF2-40B4-BE49-F238E27FC236}">
                <a16:creationId xmlns:a16="http://schemas.microsoft.com/office/drawing/2014/main" id="{8D7A3AD2-4413-D941-B944-D1D235AC6689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857959" y="4395990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92" name="Text Placeholder 17">
            <a:extLst>
              <a:ext uri="{FF2B5EF4-FFF2-40B4-BE49-F238E27FC236}">
                <a16:creationId xmlns:a16="http://schemas.microsoft.com/office/drawing/2014/main" id="{F5014509-24B5-6040-8686-31A95601E0B3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857959" y="5000868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93" name="Text Placeholder 17">
            <a:extLst>
              <a:ext uri="{FF2B5EF4-FFF2-40B4-BE49-F238E27FC236}">
                <a16:creationId xmlns:a16="http://schemas.microsoft.com/office/drawing/2014/main" id="{02B9D5CB-DA36-724C-A996-6331344816A3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8857959" y="5605747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94" name="Text Placeholder 17">
            <a:extLst>
              <a:ext uri="{FF2B5EF4-FFF2-40B4-BE49-F238E27FC236}">
                <a16:creationId xmlns:a16="http://schemas.microsoft.com/office/drawing/2014/main" id="{ED51288A-4DF8-0D4F-8BBC-90AE60B6617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8195094" y="1371600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5" name="Text Placeholder 17">
            <a:extLst>
              <a:ext uri="{FF2B5EF4-FFF2-40B4-BE49-F238E27FC236}">
                <a16:creationId xmlns:a16="http://schemas.microsoft.com/office/drawing/2014/main" id="{B55123CE-2705-2A4C-88D5-5BEECF04606C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8195094" y="1976479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6" name="Text Placeholder 17">
            <a:extLst>
              <a:ext uri="{FF2B5EF4-FFF2-40B4-BE49-F238E27FC236}">
                <a16:creationId xmlns:a16="http://schemas.microsoft.com/office/drawing/2014/main" id="{95340386-A048-C64F-B858-E874FB9006DC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8195094" y="2581356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7" name="Text Placeholder 17">
            <a:extLst>
              <a:ext uri="{FF2B5EF4-FFF2-40B4-BE49-F238E27FC236}">
                <a16:creationId xmlns:a16="http://schemas.microsoft.com/office/drawing/2014/main" id="{389D3522-38D0-6A46-B023-28998ECDD0FA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8195094" y="3186234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8" name="Text Placeholder 17">
            <a:extLst>
              <a:ext uri="{FF2B5EF4-FFF2-40B4-BE49-F238E27FC236}">
                <a16:creationId xmlns:a16="http://schemas.microsoft.com/office/drawing/2014/main" id="{DFF1DA35-A5DD-8E48-B33F-D2FC79AD9AF0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195094" y="3791113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9" name="Text Placeholder 17">
            <a:extLst>
              <a:ext uri="{FF2B5EF4-FFF2-40B4-BE49-F238E27FC236}">
                <a16:creationId xmlns:a16="http://schemas.microsoft.com/office/drawing/2014/main" id="{2DD1FA43-908E-6A4A-8D78-19F781C138B2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195094" y="4395990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100" name="Text Placeholder 17">
            <a:extLst>
              <a:ext uri="{FF2B5EF4-FFF2-40B4-BE49-F238E27FC236}">
                <a16:creationId xmlns:a16="http://schemas.microsoft.com/office/drawing/2014/main" id="{B42DF6FB-CEA5-344B-B42D-A5B8AF0712F6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8195094" y="5000868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101" name="Text Placeholder 17">
            <a:extLst>
              <a:ext uri="{FF2B5EF4-FFF2-40B4-BE49-F238E27FC236}">
                <a16:creationId xmlns:a16="http://schemas.microsoft.com/office/drawing/2014/main" id="{DD7618EA-1B4E-9D4F-BE9D-ED39BC26377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195094" y="5605747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FC4F5B-DE83-214A-95EA-68339F579CF1}"/>
              </a:ext>
            </a:extLst>
          </p:cNvPr>
          <p:cNvSpPr txBox="1"/>
          <p:nvPr userDrawn="1"/>
        </p:nvSpPr>
        <p:spPr>
          <a:xfrm>
            <a:off x="9290304" y="6601968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4">
              <a:spcAft>
                <a:spcPts val="1200"/>
              </a:spcAft>
            </a:pPr>
            <a:endParaRPr lang="en-US" sz="1801" noProof="0"/>
          </a:p>
        </p:txBody>
      </p:sp>
    </p:spTree>
    <p:extLst>
      <p:ext uri="{BB962C8B-B14F-4D97-AF65-F5344CB8AC3E}">
        <p14:creationId xmlns:p14="http://schemas.microsoft.com/office/powerpoint/2010/main" val="27582992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64" userDrawn="1">
          <p15:clr>
            <a:srgbClr val="5ACBF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break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8D8A76DE-ECA0-60F4-575C-02C4077408B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092545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8D8A76DE-ECA0-60F4-575C-02C4077408B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7B9E7BD-B7D1-FF01-F546-0CADB6C2F4C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25550" y="2909333"/>
            <a:ext cx="9389031" cy="1039334"/>
          </a:xfrm>
          <a:prstGeom prst="rect">
            <a:avLst/>
          </a:prstGeom>
        </p:spPr>
        <p:txBody>
          <a:bodyPr anchor="ctr"/>
          <a:lstStyle>
            <a:lvl1pPr>
              <a:defRPr sz="3200" b="1"/>
            </a:lvl1pPr>
          </a:lstStyle>
          <a:p>
            <a:pPr lvl="0"/>
            <a:r>
              <a:rPr lang="en-US"/>
              <a:t>## - Place section title here in sentence case, max 2 lines </a:t>
            </a:r>
          </a:p>
        </p:txBody>
      </p:sp>
    </p:spTree>
    <p:extLst>
      <p:ext uri="{BB962C8B-B14F-4D97-AF65-F5344CB8AC3E}">
        <p14:creationId xmlns:p14="http://schemas.microsoft.com/office/powerpoint/2010/main" val="60944569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ags" Target="../tags/tag3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image" Target="../media/image2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ags" Target="../tags/tag2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image" Target="../media/image1.emf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theme" Target="../theme/theme1.xml"/><Relationship Id="rId30" Type="http://schemas.openxmlformats.org/officeDocument/2006/relationships/oleObject" Target="../embeddings/oleObject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DBCE4D4F-8CCC-404C-840E-8A45E07645C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8"/>
            </p:custDataLst>
            <p:extLst>
              <p:ext uri="{D42A27DB-BD31-4B8C-83A1-F6EECF244321}">
                <p14:modId xmlns:p14="http://schemas.microsoft.com/office/powerpoint/2010/main" val="105608378"/>
              </p:ext>
            </p:extLst>
          </p:nvPr>
        </p:nvGraphicFramePr>
        <p:xfrm>
          <a:off x="1588" y="1587"/>
          <a:ext cx="1589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0" imgW="395" imgH="394" progId="TCLayout.ActiveDocument.1">
                  <p:embed/>
                </p:oleObj>
              </mc:Choice>
              <mc:Fallback>
                <p:oleObj name="think-cell Slide" r:id="rId30" imgW="395" imgH="394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DBCE4D4F-8CCC-404C-840E-8A45E07645C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1"/>
                      <a:stretch>
                        <a:fillRect/>
                      </a:stretch>
                    </p:blipFill>
                    <p:spPr>
                      <a:xfrm>
                        <a:off x="1588" y="1587"/>
                        <a:ext cx="1589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DC4AAB9D-85C6-43AB-8696-D55AD6DDE24E}"/>
              </a:ext>
            </a:extLst>
          </p:cNvPr>
          <p:cNvSpPr/>
          <p:nvPr userDrawn="1">
            <p:custDataLst>
              <p:tags r:id="rId29"/>
            </p:custDataLst>
          </p:nvPr>
        </p:nvSpPr>
        <p:spPr>
          <a:xfrm>
            <a:off x="0" y="1"/>
            <a:ext cx="158812" cy="158713"/>
          </a:xfrm>
          <a:prstGeom prst="rect">
            <a:avLst/>
          </a:prstGeom>
          <a:solidFill>
            <a:schemeClr val="accent2"/>
          </a:solidFill>
          <a:ln w="19050">
            <a:noFill/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none" lIns="0" tIns="0" rIns="0" bIns="0" numCol="1" spcCol="0" rtlCol="0" anchor="ctr" anchorCtr="0">
            <a:noAutofit/>
          </a:bodyPr>
          <a:lstStyle/>
          <a:p>
            <a:pPr marL="0" lvl="0" indent="0" algn="ctr"/>
            <a:endParaRPr lang="en-US" sz="3598" b="1" i="0" baseline="0">
              <a:solidFill>
                <a:schemeClr val="bg1"/>
              </a:solidFill>
              <a:latin typeface="Graphik" panose="020B0503030202060203" pitchFamily="34" charset="0"/>
              <a:cs typeface="Arial" panose="020B0604020202020204" pitchFamily="34" charset="0"/>
              <a:sym typeface="Graphik" panose="020B0503030202060203" pitchFamily="34" charset="0"/>
            </a:endParaRPr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E029236F-8D4F-46BA-A33A-11E2F113A7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 flipH="1">
            <a:off x="10946922" y="6401006"/>
            <a:ext cx="561476" cy="273402"/>
          </a:xfrm>
          <a:prstGeom prst="rect">
            <a:avLst/>
          </a:prstGeom>
        </p:spPr>
        <p:txBody>
          <a:bodyPr tIns="0" bIns="0" anchor="b"/>
          <a:lstStyle>
            <a:lvl1pPr algn="l">
              <a:defRPr sz="1001" b="0">
                <a:solidFill>
                  <a:schemeClr val="tx1"/>
                </a:solidFill>
                <a:latin typeface="+mj-lt"/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Footer Placeholder 6">
            <a:extLst>
              <a:ext uri="{FF2B5EF4-FFF2-40B4-BE49-F238E27FC236}">
                <a16:creationId xmlns:a16="http://schemas.microsoft.com/office/drawing/2014/main" id="{37E62055-3E0F-4EBB-A962-F9600119E4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55739" y="6402651"/>
            <a:ext cx="3733634" cy="270112"/>
          </a:xfrm>
          <a:prstGeom prst="rect">
            <a:avLst/>
          </a:prstGeom>
        </p:spPr>
        <p:txBody>
          <a:bodyPr tIns="0" bIns="0" anchor="ctr"/>
          <a:lstStyle>
            <a:lvl1pPr algn="l">
              <a:defRPr sz="800">
                <a:solidFill>
                  <a:schemeClr val="tx1">
                    <a:alpha val="50000"/>
                  </a:schemeClr>
                </a:solidFill>
                <a:latin typeface="+mn-lt"/>
              </a:defRPr>
            </a:lvl1pPr>
          </a:lstStyle>
          <a:p>
            <a:r>
              <a:rPr lang="en-GB"/>
              <a:t>Source:</a:t>
            </a:r>
          </a:p>
        </p:txBody>
      </p:sp>
      <p:pic>
        <p:nvPicPr>
          <p:cNvPr id="9" name="Picture 8" descr="Logo&#10;&#10;Description automatically generated">
            <a:extLst>
              <a:ext uri="{FF2B5EF4-FFF2-40B4-BE49-F238E27FC236}">
                <a16:creationId xmlns:a16="http://schemas.microsoft.com/office/drawing/2014/main" id="{A66CE9E3-35BA-4A0B-8098-8A65954FE472}"/>
              </a:ext>
            </a:extLst>
          </p:cNvPr>
          <p:cNvPicPr>
            <a:picLocks noChangeAspect="1"/>
          </p:cNvPicPr>
          <p:nvPr userDrawn="1"/>
        </p:nvPicPr>
        <p:blipFill>
          <a:blip r:embed="rId3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8897" y="6393635"/>
            <a:ext cx="350924" cy="288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984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3" r:id="rId1"/>
    <p:sldLayoutId id="2147483720" r:id="rId2"/>
    <p:sldLayoutId id="2147483721" r:id="rId3"/>
    <p:sldLayoutId id="2147483722" r:id="rId4"/>
    <p:sldLayoutId id="2147483726" r:id="rId5"/>
    <p:sldLayoutId id="2147483740" r:id="rId6"/>
    <p:sldLayoutId id="2147483725" r:id="rId7"/>
    <p:sldLayoutId id="2147483727" r:id="rId8"/>
    <p:sldLayoutId id="2147483728" r:id="rId9"/>
    <p:sldLayoutId id="2147483729" r:id="rId10"/>
    <p:sldLayoutId id="2147483730" r:id="rId11"/>
    <p:sldLayoutId id="2147483739" r:id="rId12"/>
    <p:sldLayoutId id="2147483735" r:id="rId13"/>
    <p:sldLayoutId id="2147483736" r:id="rId14"/>
    <p:sldLayoutId id="2147483737" r:id="rId15"/>
    <p:sldLayoutId id="2147483738" r:id="rId16"/>
    <p:sldLayoutId id="2147483731" r:id="rId17"/>
    <p:sldLayoutId id="2147483732" r:id="rId18"/>
    <p:sldLayoutId id="2147483733" r:id="rId19"/>
    <p:sldLayoutId id="2147483734" r:id="rId20"/>
    <p:sldLayoutId id="2147483710" r:id="rId21"/>
    <p:sldLayoutId id="2147483719" r:id="rId22"/>
    <p:sldLayoutId id="2147483706" r:id="rId23"/>
    <p:sldLayoutId id="2147483712" r:id="rId24"/>
    <p:sldLayoutId id="2147483707" r:id="rId25"/>
    <p:sldLayoutId id="2147483708" r:id="rId26"/>
  </p:sldLayoutIdLst>
  <p:hf hdr="0" ftr="0" dt="0"/>
  <p:txStyles>
    <p:titleStyle>
      <a:lvl1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buFont typeface="Arial" charset="0"/>
        <a:defRPr lang="en-AU" sz="2800" b="1" i="0" kern="1200" cap="none" spc="-149" baseline="0" dirty="0" smtClean="0">
          <a:solidFill>
            <a:schemeClr val="tx1"/>
          </a:solidFill>
          <a:latin typeface="+mj-lt"/>
          <a:ea typeface="Roboto Black" panose="02000000000000000000" pitchFamily="2" charset="0"/>
          <a:cs typeface="Arial" panose="020B0604020202020204" pitchFamily="34" charset="0"/>
        </a:defRPr>
      </a:lvl1pPr>
      <a:lvl2pPr algn="l" rtl="0" eaLnBrk="1" fontAlgn="base" hangingPunct="1">
        <a:lnSpc>
          <a:spcPts val="3465"/>
        </a:lnSpc>
        <a:spcBef>
          <a:spcPct val="0"/>
        </a:spcBef>
        <a:spcAft>
          <a:spcPct val="0"/>
        </a:spcAft>
        <a:buFont typeface="Arial" charset="0"/>
        <a:defRPr sz="3198">
          <a:solidFill>
            <a:schemeClr val="tx1"/>
          </a:solidFill>
          <a:latin typeface="Arial" pitchFamily="-105" charset="-52"/>
          <a:ea typeface="Arial" pitchFamily="-105" charset="-52"/>
          <a:cs typeface="Arial" pitchFamily="-105" charset="-52"/>
        </a:defRPr>
      </a:lvl2pPr>
      <a:lvl3pPr algn="l" rtl="0" eaLnBrk="1" fontAlgn="base" hangingPunct="1">
        <a:lnSpc>
          <a:spcPts val="3465"/>
        </a:lnSpc>
        <a:spcBef>
          <a:spcPct val="0"/>
        </a:spcBef>
        <a:spcAft>
          <a:spcPct val="0"/>
        </a:spcAft>
        <a:buFont typeface="Arial" charset="0"/>
        <a:defRPr sz="3198">
          <a:solidFill>
            <a:schemeClr val="tx1"/>
          </a:solidFill>
          <a:latin typeface="Arial" pitchFamily="-105" charset="-52"/>
          <a:ea typeface="Arial" pitchFamily="-105" charset="-52"/>
          <a:cs typeface="Arial" pitchFamily="-105" charset="-52"/>
        </a:defRPr>
      </a:lvl3pPr>
      <a:lvl4pPr algn="l" rtl="0" eaLnBrk="1" fontAlgn="base" hangingPunct="1">
        <a:lnSpc>
          <a:spcPts val="3465"/>
        </a:lnSpc>
        <a:spcBef>
          <a:spcPct val="0"/>
        </a:spcBef>
        <a:spcAft>
          <a:spcPct val="0"/>
        </a:spcAft>
        <a:buFont typeface="Arial" charset="0"/>
        <a:defRPr sz="3198">
          <a:solidFill>
            <a:schemeClr val="tx1"/>
          </a:solidFill>
          <a:latin typeface="Arial" pitchFamily="-105" charset="-52"/>
          <a:ea typeface="Arial" pitchFamily="-105" charset="-52"/>
          <a:cs typeface="Arial" pitchFamily="-105" charset="-52"/>
        </a:defRPr>
      </a:lvl4pPr>
      <a:lvl5pPr algn="l" rtl="0" eaLnBrk="1" fontAlgn="base" hangingPunct="1">
        <a:lnSpc>
          <a:spcPts val="3465"/>
        </a:lnSpc>
        <a:spcBef>
          <a:spcPct val="0"/>
        </a:spcBef>
        <a:spcAft>
          <a:spcPct val="0"/>
        </a:spcAft>
        <a:buFont typeface="Arial" charset="0"/>
        <a:defRPr sz="3198">
          <a:solidFill>
            <a:schemeClr val="tx1"/>
          </a:solidFill>
          <a:latin typeface="Arial" pitchFamily="-105" charset="-52"/>
          <a:ea typeface="Arial" pitchFamily="-105" charset="-52"/>
          <a:cs typeface="Arial" pitchFamily="-105" charset="-52"/>
        </a:defRPr>
      </a:lvl5pPr>
      <a:lvl6pPr marL="609329" algn="l" rtl="0" eaLnBrk="1" fontAlgn="base" hangingPunct="1">
        <a:spcBef>
          <a:spcPct val="0"/>
        </a:spcBef>
        <a:spcAft>
          <a:spcPct val="0"/>
        </a:spcAft>
        <a:buFont typeface="Arial" pitchFamily="-105" charset="-52"/>
        <a:defRPr sz="3499">
          <a:solidFill>
            <a:schemeClr val="tx1"/>
          </a:solidFill>
          <a:latin typeface="Arial" pitchFamily="-105" charset="-52"/>
          <a:ea typeface="Arial" pitchFamily="-105" charset="-52"/>
          <a:cs typeface="Arial" pitchFamily="-105" charset="-52"/>
        </a:defRPr>
      </a:lvl6pPr>
      <a:lvl7pPr marL="1218657" algn="l" rtl="0" eaLnBrk="1" fontAlgn="base" hangingPunct="1">
        <a:spcBef>
          <a:spcPct val="0"/>
        </a:spcBef>
        <a:spcAft>
          <a:spcPct val="0"/>
        </a:spcAft>
        <a:buFont typeface="Arial" pitchFamily="-105" charset="-52"/>
        <a:defRPr sz="3499">
          <a:solidFill>
            <a:schemeClr val="tx1"/>
          </a:solidFill>
          <a:latin typeface="Arial" pitchFamily="-105" charset="-52"/>
          <a:ea typeface="Arial" pitchFamily="-105" charset="-52"/>
          <a:cs typeface="Arial" pitchFamily="-105" charset="-52"/>
        </a:defRPr>
      </a:lvl7pPr>
      <a:lvl8pPr marL="1827986" algn="l" rtl="0" eaLnBrk="1" fontAlgn="base" hangingPunct="1">
        <a:spcBef>
          <a:spcPct val="0"/>
        </a:spcBef>
        <a:spcAft>
          <a:spcPct val="0"/>
        </a:spcAft>
        <a:buFont typeface="Arial" pitchFamily="-105" charset="-52"/>
        <a:defRPr sz="3499">
          <a:solidFill>
            <a:schemeClr val="tx1"/>
          </a:solidFill>
          <a:latin typeface="Arial" pitchFamily="-105" charset="-52"/>
          <a:ea typeface="Arial" pitchFamily="-105" charset="-52"/>
          <a:cs typeface="Arial" pitchFamily="-105" charset="-52"/>
        </a:defRPr>
      </a:lvl8pPr>
      <a:lvl9pPr marL="2437314" algn="l" rtl="0" eaLnBrk="1" fontAlgn="base" hangingPunct="1">
        <a:spcBef>
          <a:spcPct val="0"/>
        </a:spcBef>
        <a:spcAft>
          <a:spcPct val="0"/>
        </a:spcAft>
        <a:buFont typeface="Arial" pitchFamily="-105" charset="-52"/>
        <a:defRPr sz="3499">
          <a:solidFill>
            <a:schemeClr val="tx1"/>
          </a:solidFill>
          <a:latin typeface="Arial" pitchFamily="-105" charset="-52"/>
          <a:ea typeface="Arial" pitchFamily="-105" charset="-52"/>
          <a:cs typeface="Arial" pitchFamily="-105" charset="-52"/>
        </a:defRPr>
      </a:lvl9pPr>
    </p:titleStyle>
    <p:bodyStyle>
      <a:lvl1pPr marL="0" indent="0" algn="l" rtl="0" eaLnBrk="1" fontAlgn="base" hangingPunct="1">
        <a:lnSpc>
          <a:spcPct val="100000"/>
        </a:lnSpc>
        <a:spcBef>
          <a:spcPts val="601"/>
        </a:spcBef>
        <a:spcAft>
          <a:spcPct val="0"/>
        </a:spcAft>
        <a:buFont typeface="Arial" pitchFamily="34" charset="0"/>
        <a:buNone/>
        <a:defRPr sz="1801" b="0" i="0" kern="1200">
          <a:solidFill>
            <a:schemeClr val="tx1"/>
          </a:solidFill>
          <a:latin typeface="+mn-lt"/>
          <a:ea typeface="Roboto" panose="02000000000000000000" pitchFamily="2" charset="0"/>
          <a:cs typeface="Arial" panose="020B0604020202020204" pitchFamily="34" charset="0"/>
        </a:defRPr>
      </a:lvl1pPr>
      <a:lvl2pPr marL="215960" indent="-215960" algn="l" rtl="0" eaLnBrk="1" fontAlgn="base" hangingPunct="1">
        <a:lnSpc>
          <a:spcPct val="100000"/>
        </a:lnSpc>
        <a:spcBef>
          <a:spcPts val="601"/>
        </a:spcBef>
        <a:spcAft>
          <a:spcPct val="0"/>
        </a:spcAft>
        <a:buFont typeface="Arial" pitchFamily="34" charset="0"/>
        <a:buChar char="•"/>
        <a:defRPr sz="1801" b="0" i="0" kern="1200">
          <a:solidFill>
            <a:schemeClr val="tx1"/>
          </a:solidFill>
          <a:latin typeface="+mn-lt"/>
          <a:ea typeface="Roboto" panose="02000000000000000000" pitchFamily="2" charset="0"/>
          <a:cs typeface="Arial" panose="020B0604020202020204" pitchFamily="34" charset="0"/>
        </a:defRPr>
      </a:lvl2pPr>
      <a:lvl3pPr marL="431920" indent="-215960" algn="l" rtl="0" eaLnBrk="1" fontAlgn="base" hangingPunct="1">
        <a:lnSpc>
          <a:spcPct val="100000"/>
        </a:lnSpc>
        <a:spcBef>
          <a:spcPts val="601"/>
        </a:spcBef>
        <a:spcAft>
          <a:spcPct val="0"/>
        </a:spcAft>
        <a:buFont typeface="Arial" pitchFamily="34" charset="0"/>
        <a:buChar char="‒"/>
        <a:tabLst/>
        <a:defRPr sz="1801" b="0" i="0" kern="1200">
          <a:solidFill>
            <a:schemeClr val="tx1"/>
          </a:solidFill>
          <a:latin typeface="+mn-lt"/>
          <a:ea typeface="Roboto" panose="02000000000000000000" pitchFamily="2" charset="0"/>
          <a:cs typeface="Arial" panose="020B0604020202020204" pitchFamily="34" charset="0"/>
        </a:defRPr>
      </a:lvl3pPr>
      <a:lvl4pPr marL="611885" indent="-215960" algn="l" rtl="0" eaLnBrk="1" fontAlgn="base" hangingPunct="1">
        <a:lnSpc>
          <a:spcPct val="100000"/>
        </a:lnSpc>
        <a:spcBef>
          <a:spcPts val="601"/>
        </a:spcBef>
        <a:spcAft>
          <a:spcPct val="0"/>
        </a:spcAft>
        <a:buFont typeface="Arial" pitchFamily="34" charset="0"/>
        <a:buChar char="•"/>
        <a:defRPr sz="1801" b="0" i="0" kern="1200">
          <a:solidFill>
            <a:schemeClr val="tx1"/>
          </a:solidFill>
          <a:latin typeface="+mn-lt"/>
          <a:ea typeface="Roboto" panose="02000000000000000000" pitchFamily="2" charset="0"/>
          <a:cs typeface="Arial" panose="020B0604020202020204" pitchFamily="34" charset="0"/>
        </a:defRPr>
      </a:lvl4pPr>
      <a:lvl5pPr marL="863838" indent="-215960" algn="l" rtl="0" eaLnBrk="1" fontAlgn="base" hangingPunct="1">
        <a:lnSpc>
          <a:spcPct val="100000"/>
        </a:lnSpc>
        <a:spcBef>
          <a:spcPts val="601"/>
        </a:spcBef>
        <a:spcAft>
          <a:spcPct val="0"/>
        </a:spcAft>
        <a:buFont typeface="Arial" pitchFamily="34" charset="0"/>
        <a:buChar char="‒"/>
        <a:defRPr sz="1801" b="0" i="0" kern="1200">
          <a:solidFill>
            <a:schemeClr val="tx1"/>
          </a:solidFill>
          <a:latin typeface="+mn-lt"/>
          <a:ea typeface="Roboto" panose="02000000000000000000" pitchFamily="2" charset="0"/>
          <a:cs typeface="Arial" panose="020B0604020202020204" pitchFamily="34" charset="0"/>
        </a:defRPr>
      </a:lvl5pPr>
      <a:lvl6pPr marL="3351304" indent="-304665" algn="l" defTabSz="1218657" rtl="0" eaLnBrk="1" latinLnBrk="0" hangingPunct="1">
        <a:spcBef>
          <a:spcPct val="20000"/>
        </a:spcBef>
        <a:buFont typeface="Arial" pitchFamily="34" charset="0"/>
        <a:buChar char="•"/>
        <a:defRPr sz="2699" kern="1200">
          <a:solidFill>
            <a:schemeClr val="tx1"/>
          </a:solidFill>
          <a:latin typeface="+mn-lt"/>
          <a:ea typeface="+mn-ea"/>
          <a:cs typeface="+mn-cs"/>
        </a:defRPr>
      </a:lvl6pPr>
      <a:lvl7pPr marL="3960634" indent="-304665" algn="l" defTabSz="1218657" rtl="0" eaLnBrk="1" latinLnBrk="0" hangingPunct="1">
        <a:spcBef>
          <a:spcPct val="20000"/>
        </a:spcBef>
        <a:buFont typeface="Arial" pitchFamily="34" charset="0"/>
        <a:buChar char="•"/>
        <a:defRPr sz="2699" kern="1200">
          <a:solidFill>
            <a:schemeClr val="tx1"/>
          </a:solidFill>
          <a:latin typeface="+mn-lt"/>
          <a:ea typeface="+mn-ea"/>
          <a:cs typeface="+mn-cs"/>
        </a:defRPr>
      </a:lvl7pPr>
      <a:lvl8pPr marL="4569963" indent="-304665" algn="l" defTabSz="1218657" rtl="0" eaLnBrk="1" latinLnBrk="0" hangingPunct="1">
        <a:spcBef>
          <a:spcPct val="20000"/>
        </a:spcBef>
        <a:buFont typeface="Arial" pitchFamily="34" charset="0"/>
        <a:buChar char="•"/>
        <a:defRPr sz="2699" kern="1200">
          <a:solidFill>
            <a:schemeClr val="tx1"/>
          </a:solidFill>
          <a:latin typeface="+mn-lt"/>
          <a:ea typeface="+mn-ea"/>
          <a:cs typeface="+mn-cs"/>
        </a:defRPr>
      </a:lvl8pPr>
      <a:lvl9pPr marL="5179290" indent="-304665" algn="l" defTabSz="1218657" rtl="0" eaLnBrk="1" latinLnBrk="0" hangingPunct="1">
        <a:spcBef>
          <a:spcPct val="20000"/>
        </a:spcBef>
        <a:buFont typeface="Arial" pitchFamily="34" charset="0"/>
        <a:buChar char="•"/>
        <a:defRPr sz="269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865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329" algn="l" defTabSz="121865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657" algn="l" defTabSz="121865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7986" algn="l" defTabSz="121865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314" algn="l" defTabSz="121865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6643" algn="l" defTabSz="121865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5971" algn="l" defTabSz="121865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5298" algn="l" defTabSz="121865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4626" algn="l" defTabSz="121865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119" userDrawn="1">
          <p15:clr>
            <a:srgbClr val="F26B43"/>
          </p15:clr>
        </p15:guide>
        <p15:guide id="2" pos="226" userDrawn="1">
          <p15:clr>
            <a:srgbClr val="F26B43"/>
          </p15:clr>
        </p15:guide>
        <p15:guide id="3" pos="7452" userDrawn="1">
          <p15:clr>
            <a:srgbClr val="F26B43"/>
          </p15:clr>
        </p15:guide>
        <p15:guide id="4" pos="1276" userDrawn="1">
          <p15:clr>
            <a:srgbClr val="F26B43"/>
          </p15:clr>
        </p15:guide>
        <p15:guide id="5" pos="1460" userDrawn="1">
          <p15:clr>
            <a:srgbClr val="F26B43"/>
          </p15:clr>
        </p15:guide>
        <p15:guide id="6" pos="2514" userDrawn="1">
          <p15:clr>
            <a:srgbClr val="F26B43"/>
          </p15:clr>
        </p15:guide>
        <p15:guide id="7" pos="2697" userDrawn="1">
          <p15:clr>
            <a:srgbClr val="F26B43"/>
          </p15:clr>
        </p15:guide>
        <p15:guide id="8" pos="3929" userDrawn="1">
          <p15:clr>
            <a:srgbClr val="F26B43"/>
          </p15:clr>
        </p15:guide>
        <p15:guide id="9" pos="3748" userDrawn="1">
          <p15:clr>
            <a:srgbClr val="F26B43"/>
          </p15:clr>
        </p15:guide>
        <p15:guide id="10" pos="4981" userDrawn="1">
          <p15:clr>
            <a:srgbClr val="F26B43"/>
          </p15:clr>
        </p15:guide>
        <p15:guide id="11" pos="5163" userDrawn="1">
          <p15:clr>
            <a:srgbClr val="F26B43"/>
          </p15:clr>
        </p15:guide>
        <p15:guide id="12" pos="6219" userDrawn="1">
          <p15:clr>
            <a:srgbClr val="F26B43"/>
          </p15:clr>
        </p15:guide>
        <p15:guide id="13" pos="6398" userDrawn="1">
          <p15:clr>
            <a:srgbClr val="F26B43"/>
          </p15:clr>
        </p15:guide>
        <p15:guide id="14" orient="horz" pos="807" userDrawn="1">
          <p15:clr>
            <a:srgbClr val="F26B43"/>
          </p15:clr>
        </p15:guide>
        <p15:guide id="15" orient="horz" pos="876" userDrawn="1">
          <p15:clr>
            <a:srgbClr val="F26B43"/>
          </p15:clr>
        </p15:guide>
        <p15:guide id="16" orient="horz" pos="4031" userDrawn="1">
          <p15:clr>
            <a:srgbClr val="F26B43"/>
          </p15:clr>
        </p15:guide>
        <p15:guide id="17" orient="horz" pos="597" userDrawn="1">
          <p15:clr>
            <a:srgbClr val="F26B43"/>
          </p15:clr>
        </p15:guide>
        <p15:guide id="18" orient="horz" pos="2435" userDrawn="1">
          <p15:clr>
            <a:srgbClr val="F26B43"/>
          </p15:clr>
        </p15:guide>
        <p15:guide id="19" orient="horz" pos="3756" userDrawn="1">
          <p15:clr>
            <a:srgbClr val="F26B43"/>
          </p15:clr>
        </p15:guide>
        <p15:guide id="20" orient="horz" pos="419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2" Type="http://schemas.openxmlformats.org/officeDocument/2006/relationships/slideLayout" Target="../slideLayouts/slideLayout24.xml"/><Relationship Id="rId1" Type="http://schemas.openxmlformats.org/officeDocument/2006/relationships/tags" Target="../tags/tag28.xml"/><Relationship Id="rId4" Type="http://schemas.openxmlformats.org/officeDocument/2006/relationships/image" Target="../media/image1.em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Layout" Target="../slideLayouts/slideLayout22.xml"/><Relationship Id="rId1" Type="http://schemas.openxmlformats.org/officeDocument/2006/relationships/tags" Target="../tags/tag29.xml"/><Relationship Id="rId4" Type="http://schemas.openxmlformats.org/officeDocument/2006/relationships/image" Target="../media/image1.e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Layout" Target="../slideLayouts/slideLayout22.xml"/><Relationship Id="rId1" Type="http://schemas.openxmlformats.org/officeDocument/2006/relationships/tags" Target="../tags/tag30.xml"/><Relationship Id="rId4" Type="http://schemas.openxmlformats.org/officeDocument/2006/relationships/image" Target="../media/image1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Layout" Target="../slideLayouts/slideLayout22.xml"/><Relationship Id="rId1" Type="http://schemas.openxmlformats.org/officeDocument/2006/relationships/tags" Target="../tags/tag31.xml"/><Relationship Id="rId4" Type="http://schemas.openxmlformats.org/officeDocument/2006/relationships/image" Target="../media/image1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Layout" Target="../slideLayouts/slideLayout22.xml"/><Relationship Id="rId1" Type="http://schemas.openxmlformats.org/officeDocument/2006/relationships/tags" Target="../tags/tag32.xml"/><Relationship Id="rId4" Type="http://schemas.openxmlformats.org/officeDocument/2006/relationships/image" Target="../media/image1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Layout" Target="../slideLayouts/slideLayout22.xml"/><Relationship Id="rId1" Type="http://schemas.openxmlformats.org/officeDocument/2006/relationships/tags" Target="../tags/tag33.xml"/><Relationship Id="rId4" Type="http://schemas.openxmlformats.org/officeDocument/2006/relationships/image" Target="../media/image1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Layout" Target="../slideLayouts/slideLayout22.xml"/><Relationship Id="rId1" Type="http://schemas.openxmlformats.org/officeDocument/2006/relationships/tags" Target="../tags/tag34.xml"/><Relationship Id="rId4" Type="http://schemas.openxmlformats.org/officeDocument/2006/relationships/image" Target="../media/image1.e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Layout" Target="../slideLayouts/slideLayout22.xml"/><Relationship Id="rId1" Type="http://schemas.openxmlformats.org/officeDocument/2006/relationships/tags" Target="../tags/tag35.xml"/><Relationship Id="rId4" Type="http://schemas.openxmlformats.org/officeDocument/2006/relationships/image" Target="../media/image1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4F5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5507B959-9E35-3EC1-53CB-968CEE0AEF7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9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5507B959-9E35-3EC1-53CB-968CEE0AEF7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9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itle 6">
            <a:extLst>
              <a:ext uri="{FF2B5EF4-FFF2-40B4-BE49-F238E27FC236}">
                <a16:creationId xmlns:a16="http://schemas.microsoft.com/office/drawing/2014/main" id="{36DFE691-484D-0A62-B4FF-81300FDD9C7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8BAD583D-414C-8D2B-DA03-8F81A23522E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C7F4955A-2927-2A7F-F09E-0AAD319A92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AU" dirty="0"/>
              <a:t>30 July 2026</a:t>
            </a:r>
          </a:p>
        </p:txBody>
      </p:sp>
    </p:spTree>
    <p:extLst>
      <p:ext uri="{BB962C8B-B14F-4D97-AF65-F5344CB8AC3E}">
        <p14:creationId xmlns:p14="http://schemas.microsoft.com/office/powerpoint/2010/main" val="15373719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64164-6017-314E-E9A6-4E8428E662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2EBBDD18-8338-F56C-B291-0A34138D14A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9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EF0666CC-3DE9-4F3C-EF9E-EF199852546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9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01E0E2-4838-366E-C3E5-92CBC4B34B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A88DD2-9C4C-B9A1-D808-12621E5D5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policy directions of Federal Budget 2026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DEDBDD-1826-E333-B4B1-1A243A7618FD}"/>
              </a:ext>
            </a:extLst>
          </p:cNvPr>
          <p:cNvSpPr txBox="1"/>
          <p:nvPr/>
        </p:nvSpPr>
        <p:spPr>
          <a:xfrm>
            <a:off x="362218" y="1130288"/>
            <a:ext cx="968121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/>
              <a:t>Budget 2026 took place given rising concerns about fiscal sustainability, intergenerational equity, and productivity growth – three topics that are closely linked.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F200C6-B159-78BE-6055-71D115428ADE}"/>
              </a:ext>
            </a:extLst>
          </p:cNvPr>
          <p:cNvSpPr txBox="1"/>
          <p:nvPr/>
        </p:nvSpPr>
        <p:spPr>
          <a:xfrm>
            <a:off x="651155" y="4742827"/>
            <a:ext cx="10576505" cy="984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AU" sz="1600" dirty="0">
                <a:solidFill>
                  <a:schemeClr val="bg1">
                    <a:lumMod val="50000"/>
                  </a:schemeClr>
                </a:solidFill>
              </a:rPr>
              <a:t>NDIS reforms.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endParaRPr lang="en-AU" sz="1600" dirty="0">
              <a:solidFill>
                <a:schemeClr val="bg1">
                  <a:lumMod val="50000"/>
                </a:schemeClr>
              </a:solidFill>
            </a:endParaRP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AU" sz="1600" dirty="0">
                <a:solidFill>
                  <a:schemeClr val="bg1">
                    <a:lumMod val="50000"/>
                  </a:schemeClr>
                </a:solidFill>
              </a:rPr>
              <a:t>Tax reforms.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B9B88B-4DFF-F280-F5AC-E60B2D0EE1A0}"/>
              </a:ext>
            </a:extLst>
          </p:cNvPr>
          <p:cNvSpPr txBox="1"/>
          <p:nvPr/>
        </p:nvSpPr>
        <p:spPr>
          <a:xfrm>
            <a:off x="250372" y="6093113"/>
            <a:ext cx="109772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AU" dirty="0"/>
              <a:t>Today’s focus is on a subset of the tax reforms – the changes to the taxation of capital gains.</a:t>
            </a:r>
          </a:p>
        </p:txBody>
      </p:sp>
    </p:spTree>
    <p:extLst>
      <p:ext uri="{BB962C8B-B14F-4D97-AF65-F5344CB8AC3E}">
        <p14:creationId xmlns:p14="http://schemas.microsoft.com/office/powerpoint/2010/main" val="1207251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7EF9E-4B46-BA1C-689C-4290A6CB2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1ABB9CBC-6DA6-9AFC-AFA6-E022FEC7F52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9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2EBBDD18-8338-F56C-B291-0A34138D14A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9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7AAE1D-A72C-B006-0E8F-C1F9BA60327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5E485F-54F8-637E-78F3-3193ADF601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Taxation of income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6B6AFC-BDD6-D283-7ABD-151874FF4396}"/>
              </a:ext>
            </a:extLst>
          </p:cNvPr>
          <p:cNvSpPr txBox="1"/>
          <p:nvPr/>
        </p:nvSpPr>
        <p:spPr>
          <a:xfrm>
            <a:off x="370417" y="1166613"/>
            <a:ext cx="109031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/>
              <a:t>Understanding taxation of capital gains requires thinking about </a:t>
            </a:r>
            <a:r>
              <a:rPr lang="en-AU" i="1" dirty="0"/>
              <a:t>income tax</a:t>
            </a:r>
            <a:r>
              <a:rPr lang="en-AU" dirty="0"/>
              <a:t>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BD21E47-0932-7DD9-62A2-EC9A48D168A9}"/>
              </a:ext>
            </a:extLst>
          </p:cNvPr>
          <p:cNvSpPr txBox="1"/>
          <p:nvPr/>
        </p:nvSpPr>
        <p:spPr>
          <a:xfrm>
            <a:off x="370417" y="3059668"/>
            <a:ext cx="109031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dirty="0"/>
              <a:t>Tax changes in the </a:t>
            </a:r>
            <a:r>
              <a:rPr lang="en-AU" i="1" dirty="0"/>
              <a:t>capacity to consume</a:t>
            </a:r>
            <a:r>
              <a:rPr lang="en-AU" dirty="0"/>
              <a:t> irrespective of how we do so.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12641D-08EC-C155-298C-936EEC4B735E}"/>
              </a:ext>
            </a:extLst>
          </p:cNvPr>
          <p:cNvSpPr txBox="1"/>
          <p:nvPr/>
        </p:nvSpPr>
        <p:spPr>
          <a:xfrm>
            <a:off x="370417" y="1753005"/>
            <a:ext cx="109031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/>
              <a:t>Tax capital like wages?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BC3DDD-EF3F-3BAB-EA30-B37F1C4EEC55}"/>
              </a:ext>
            </a:extLst>
          </p:cNvPr>
          <p:cNvSpPr txBox="1"/>
          <p:nvPr/>
        </p:nvSpPr>
        <p:spPr>
          <a:xfrm>
            <a:off x="370417" y="2404750"/>
            <a:ext cx="109031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/>
              <a:t>What is income?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612DCE7-5719-DD1C-98BD-EF08B375F584}"/>
              </a:ext>
            </a:extLst>
          </p:cNvPr>
          <p:cNvSpPr txBox="1"/>
          <p:nvPr/>
        </p:nvSpPr>
        <p:spPr>
          <a:xfrm>
            <a:off x="324470" y="3714673"/>
            <a:ext cx="1090319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b="1" dirty="0"/>
              <a:t>Capital income as a return to savings.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dirty="0"/>
              <a:t>Inflation reduces the value of nominal savings – not income.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dirty="0"/>
              <a:t>A “normal rate of return” compensates for deferring consumption – necessary to maintain present value of savings, so not income.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4743202-5D1E-CE5E-9EAC-88017383DA08}"/>
              </a:ext>
            </a:extLst>
          </p:cNvPr>
          <p:cNvSpPr txBox="1"/>
          <p:nvPr/>
        </p:nvSpPr>
        <p:spPr>
          <a:xfrm>
            <a:off x="370417" y="5111642"/>
            <a:ext cx="1090319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/>
              <a:t>To tax all true income the same way we can either tax consumption, or tax labour income + capital income above a normal rate of return.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8C2B5C7-768D-2448-A472-5B2894716119}"/>
              </a:ext>
            </a:extLst>
          </p:cNvPr>
          <p:cNvSpPr txBox="1"/>
          <p:nvPr/>
        </p:nvSpPr>
        <p:spPr>
          <a:xfrm>
            <a:off x="370417" y="5891376"/>
            <a:ext cx="1090319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/>
              <a:t>Hard to create the </a:t>
            </a:r>
            <a:r>
              <a:rPr lang="en-AU" i="1" dirty="0"/>
              <a:t>redistribution</a:t>
            </a:r>
            <a:r>
              <a:rPr lang="en-AU" dirty="0"/>
              <a:t> we may want with consumption taxes (progressivity). Hence an income tax is needed.</a:t>
            </a:r>
          </a:p>
        </p:txBody>
      </p:sp>
    </p:spTree>
    <p:extLst>
      <p:ext uri="{BB962C8B-B14F-4D97-AF65-F5344CB8AC3E}">
        <p14:creationId xmlns:p14="http://schemas.microsoft.com/office/powerpoint/2010/main" val="42287737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925C1B-C207-8642-0B0A-235A9B3C1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57999A48-644A-84C4-4CD8-E08838BD39F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9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1ABB9CBC-6DA6-9AFC-AFA6-E022FEC7F52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9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E166B4-56FF-9B05-8A3E-322D10F579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51023E0-91E2-C528-450A-413ADBEB60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are capital gains and negative gearing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13C5F8-0FCF-0CB8-26E8-BD91767A8BD5}"/>
              </a:ext>
            </a:extLst>
          </p:cNvPr>
          <p:cNvSpPr txBox="1"/>
          <p:nvPr/>
        </p:nvSpPr>
        <p:spPr>
          <a:xfrm>
            <a:off x="370417" y="1166613"/>
            <a:ext cx="109031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/>
              <a:t>XXX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46BFDCD-B5A2-2F0F-EEAC-BAB0BDFEEA46}"/>
              </a:ext>
            </a:extLst>
          </p:cNvPr>
          <p:cNvSpPr txBox="1"/>
          <p:nvPr/>
        </p:nvSpPr>
        <p:spPr>
          <a:xfrm>
            <a:off x="370417" y="1915554"/>
            <a:ext cx="109031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dirty="0"/>
              <a:t>XXX</a:t>
            </a:r>
          </a:p>
        </p:txBody>
      </p:sp>
    </p:spTree>
    <p:extLst>
      <p:ext uri="{BB962C8B-B14F-4D97-AF65-F5344CB8AC3E}">
        <p14:creationId xmlns:p14="http://schemas.microsoft.com/office/powerpoint/2010/main" val="8421143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C2F8E5-41A0-3ABC-4DD8-30E2C15D9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C4E3CD6D-7C03-04E5-3F28-BE6DFCDE019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9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1450181C-6C9A-9739-99CF-AD4C5359FD1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9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CF04FF-A3DC-C476-30D3-4B2F61B5F23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ADFC11-A675-538F-94FC-CFF9CF760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Issues with prior treatment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A308C70-5C97-36EC-A1D0-A57121E55447}"/>
              </a:ext>
            </a:extLst>
          </p:cNvPr>
          <p:cNvSpPr txBox="1"/>
          <p:nvPr/>
        </p:nvSpPr>
        <p:spPr>
          <a:xfrm>
            <a:off x="370417" y="1166613"/>
            <a:ext cx="109031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b="1" dirty="0"/>
              <a:t>Horizontal inequity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7BA199E-4B63-5D8C-D4A1-90B7085DDCDF}"/>
              </a:ext>
            </a:extLst>
          </p:cNvPr>
          <p:cNvSpPr txBox="1"/>
          <p:nvPr/>
        </p:nvSpPr>
        <p:spPr>
          <a:xfrm>
            <a:off x="370417" y="3837361"/>
            <a:ext cx="109031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b="1" dirty="0"/>
              <a:t>Vertical inequity</a:t>
            </a:r>
          </a:p>
        </p:txBody>
      </p:sp>
    </p:spTree>
    <p:extLst>
      <p:ext uri="{BB962C8B-B14F-4D97-AF65-F5344CB8AC3E}">
        <p14:creationId xmlns:p14="http://schemas.microsoft.com/office/powerpoint/2010/main" val="9795940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05B8FB-5FB1-0A0C-706C-853FAC99E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B4B163B6-5A84-AD77-0417-7033003C417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9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C4E3CD6D-7C03-04E5-3F28-BE6DFCDE019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9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6A6161-8885-B281-40F3-2D4D016CEAC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AAC4B2D-D5D8-3BDF-B719-C6887DB5FE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Issues with prior treatment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940209D-F521-E930-DF7F-FB66723F6EBF}"/>
              </a:ext>
            </a:extLst>
          </p:cNvPr>
          <p:cNvSpPr txBox="1"/>
          <p:nvPr/>
        </p:nvSpPr>
        <p:spPr>
          <a:xfrm>
            <a:off x="370417" y="1166613"/>
            <a:ext cx="109031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b="1" dirty="0"/>
              <a:t>Incentive to borrow too much</a:t>
            </a:r>
          </a:p>
        </p:txBody>
      </p:sp>
    </p:spTree>
    <p:extLst>
      <p:ext uri="{BB962C8B-B14F-4D97-AF65-F5344CB8AC3E}">
        <p14:creationId xmlns:p14="http://schemas.microsoft.com/office/powerpoint/2010/main" val="18314860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7E36CF-84D4-AF67-BBD0-0E1A0D6EE6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59B37E3C-DC45-B942-68FB-F97B14A17D6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9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261234B0-5267-CF16-FDC5-9DD62AE7C88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9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638FBE-3499-FB0E-701F-C5D7AFD429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9747464-9493-21D7-B566-225D46518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 for revenue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95DD49-39B5-C99A-0A2A-A1B9C031137C}"/>
              </a:ext>
            </a:extLst>
          </p:cNvPr>
          <p:cNvSpPr txBox="1"/>
          <p:nvPr/>
        </p:nvSpPr>
        <p:spPr>
          <a:xfrm>
            <a:off x="370417" y="4127170"/>
            <a:ext cx="109031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b="1" dirty="0"/>
              <a:t>It was not clear these reforms should increase revenue.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EF1187-6E18-4C74-A92D-B876C89E7A13}"/>
              </a:ext>
            </a:extLst>
          </p:cNvPr>
          <p:cNvSpPr txBox="1"/>
          <p:nvPr/>
        </p:nvSpPr>
        <p:spPr>
          <a:xfrm>
            <a:off x="370417" y="4645780"/>
            <a:ext cx="109031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dirty="0"/>
              <a:t>Asymmetric treatment of losses.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dirty="0"/>
              <a:t>No “income averaging”.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dirty="0"/>
              <a:t>Minimum rates.</a:t>
            </a:r>
          </a:p>
        </p:txBody>
      </p:sp>
    </p:spTree>
    <p:extLst>
      <p:ext uri="{BB962C8B-B14F-4D97-AF65-F5344CB8AC3E}">
        <p14:creationId xmlns:p14="http://schemas.microsoft.com/office/powerpoint/2010/main" val="25848668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22D194-6FC4-F6C2-6304-FC462B0FCC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1450181C-6C9A-9739-99CF-AD4C5359FD1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9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1ABB9CBC-6DA6-9AFC-AFA6-E022FEC7F52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9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CFAFAB-7D37-A92C-247B-126FAD1DAC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7A670-36AA-CC09-B296-4C4B661C5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Trade-offs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4BD812-C79A-FCEC-2246-F4850105B375}"/>
              </a:ext>
            </a:extLst>
          </p:cNvPr>
          <p:cNvSpPr txBox="1"/>
          <p:nvPr/>
        </p:nvSpPr>
        <p:spPr>
          <a:xfrm>
            <a:off x="370417" y="1280818"/>
            <a:ext cx="92856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/>
              <a:t>XXX</a:t>
            </a:r>
          </a:p>
        </p:txBody>
      </p:sp>
    </p:spTree>
    <p:extLst>
      <p:ext uri="{BB962C8B-B14F-4D97-AF65-F5344CB8AC3E}">
        <p14:creationId xmlns:p14="http://schemas.microsoft.com/office/powerpoint/2010/main" val="16385146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27037&quot;&gt;&lt;version val=&quot;32946&quot;/&gt;&lt;CPresentation id=&quot;1&quot;&gt;&lt;m_precDefaultNumber&gt;&lt;m_yearfmt&gt;&lt;begin val=&quot;0&quot;/&gt;&lt;end val=&quot;4&quot;/&gt;&lt;/m_yearfmt&gt;&lt;/m_precDefaultNumber&gt;&lt;m_precDefaultPercent&gt;&lt;m_yearfmt&gt;&lt;begin val=&quot;0&quot;/&gt;&lt;end val=&quot;4&quot;/&gt;&lt;/m_yearfmt&gt;&lt;/m_precDefaultPercent&gt;&lt;m_precDefaultDate&gt;&lt;m_yearfmt&gt;&lt;begin val=&quot;0&quot;/&gt;&lt;end val=&quot;4&quot;/&gt;&lt;/m_yearfmt&gt;&lt;/m_precDefaultDate&gt;&lt;m_precDefaultDay&gt;&lt;m_bNumberIsYear val=&quot;0&quot;/&gt;&lt;m_strFormatTime&gt;%#d&lt;/m_strFormatTime&gt;&lt;m_yearfmt&gt;&lt;begin val=&quot;0&quot;/&gt;&lt;end val=&quot;4&quot;/&gt;&lt;/m_yearfmt&gt;&lt;/m_precDefaultDay&gt;&lt;m_precDefaultWeek&gt;&lt;m_bNumberIsYear val=&quot;0&quot;/&gt;&lt;m_strFormatTime&gt;%4&lt;/m_strFormatTime&gt;&lt;m_yearfmt&gt;&lt;begin val=&quot;0&quot;/&gt;&lt;end val=&quot;4&quot;/&gt;&lt;/m_yearfmt&gt;&lt;/m_precDefaultWeek&gt;&lt;m_precDefaultMonth&gt;&lt;m_yearfmt&gt;&lt;begin val=&quot;0&quot;/&gt;&lt;end val=&quot;4&quot;/&gt;&lt;/m_yearfmt&gt;&lt;/m_precDefaultMonth&gt;&lt;m_precDefaultQuarter&gt;&lt;m_bNumberIsYear val=&quot;0&quot;/&gt;&lt;m_strFormatTime&gt;Q%5&lt;/m_strFormatTime&gt;&lt;m_yearfmt&gt;&lt;begin val=&quot;0&quot;/&gt;&lt;end val=&quot;4&quot;/&gt;&lt;/m_yearfmt&gt;&lt;/m_precDefaultQuarter&gt;&lt;m_precDefaultYear&gt;&lt;m_bNumberIsYear val=&quot;0&quot;/&gt;&lt;m_strFormatTime&gt;%Y&lt;/m_strFormatTime&gt;&lt;m_yearfmt&gt;&lt;begin val=&quot;0&quot;/&gt;&lt;end val=&quot;0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0&quot;/&gt;&lt;/m_mruColor&gt;&lt;/CPresentation&gt;&lt;/root&gt;"/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OJRKMSIZCicbhc4bAXGXQ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e61 slide master">
  <a:themeElements>
    <a:clrScheme name="e61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004F54"/>
      </a:accent1>
      <a:accent2>
        <a:srgbClr val="008080"/>
      </a:accent2>
      <a:accent3>
        <a:srgbClr val="33A7AB"/>
      </a:accent3>
      <a:accent4>
        <a:srgbClr val="FFA557"/>
      </a:accent4>
      <a:accent5>
        <a:srgbClr val="F88379"/>
      </a:accent5>
      <a:accent6>
        <a:srgbClr val="B40000"/>
      </a:accent6>
      <a:hlink>
        <a:srgbClr val="0563C1"/>
      </a:hlink>
      <a:folHlink>
        <a:srgbClr val="954F72"/>
      </a:folHlink>
    </a:clrScheme>
    <a:fontScheme name="Custom 2">
      <a:majorFont>
        <a:latin typeface="Proxima Nova Rg"/>
        <a:ea typeface=""/>
        <a:cs typeface=""/>
      </a:majorFont>
      <a:minorFont>
        <a:latin typeface="Proxima Nova Rg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2"/>
        </a:solidFill>
        <a:ln w="19050">
          <a:noFill/>
          <a:prstDash val="sysDot"/>
          <a:headEnd type="none" w="med" len="med"/>
          <a:tailEnd type="none" w="med" len="med"/>
        </a:ln>
      </a:spPr>
      <a:bodyPr rtlCol="0" anchor="ctr"/>
      <a:lstStyle>
        <a:defPPr algn="ctr">
          <a:defRPr b="1" dirty="0" smtClean="0">
            <a:solidFill>
              <a:schemeClr val="bg1"/>
            </a:solidFill>
            <a:latin typeface="Graphik" panose="020B0503030202060203" pitchFamily="34" charset="77"/>
          </a:defRPr>
        </a:defPPr>
      </a:lstStyle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19050">
          <a:solidFill>
            <a:schemeClr val="tx1"/>
          </a:solidFill>
          <a:prstDash val="solid"/>
          <a:headEnd type="none" w="med" len="med"/>
          <a:tailEnd type="none" w="med" len="med"/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e61 general template.potx" id="{90061909-20C7-47C0-9BA3-1FCA4037CBDA}" vid="{47FE1831-D1E7-41D2-8A16-5B5B5DBA35A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38A1619F266734FBC2B48FB95398739" ma:contentTypeVersion="18" ma:contentTypeDescription="Create a new document." ma:contentTypeScope="" ma:versionID="8dc4163b27f0ec44a22c6d7358323f5f">
  <xsd:schema xmlns:xsd="http://www.w3.org/2001/XMLSchema" xmlns:xs="http://www.w3.org/2001/XMLSchema" xmlns:p="http://schemas.microsoft.com/office/2006/metadata/properties" xmlns:ns2="aa802c90-64f7-4260-a678-c5c09559402a" xmlns:ns3="d4025935-85eb-43e8-ab32-734675053e7f" targetNamespace="http://schemas.microsoft.com/office/2006/metadata/properties" ma:root="true" ma:fieldsID="a1176a965c39d1ac1c7d6ef690b32559" ns2:_="" ns3:_="">
    <xsd:import namespace="aa802c90-64f7-4260-a678-c5c09559402a"/>
    <xsd:import namespace="d4025935-85eb-43e8-ab32-734675053e7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2:MediaServiceOCR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LengthInSecond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a802c90-64f7-4260-a678-c5c09559402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4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5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lcf76f155ced4ddcb4097134ff3c332f" ma:index="20" nillable="true" ma:taxonomy="true" ma:internalName="lcf76f155ced4ddcb4097134ff3c332f" ma:taxonomyFieldName="MediaServiceImageTags" ma:displayName="Image Tags" ma:readOnly="false" ma:fieldId="{5cf76f15-5ced-4ddc-b409-7134ff3c332f}" ma:taxonomyMulti="true" ma:sspId="8bce0e04-9c7f-4626-8cb4-29f8b9ace21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4025935-85eb-43e8-ab32-734675053e7f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1" nillable="true" ma:displayName="Taxonomy Catch All Column" ma:hidden="true" ma:list="{bd7d9116-efc1-484d-8b57-8af332a5bfd6}" ma:internalName="TaxCatchAll" ma:showField="CatchAllData" ma:web="d4025935-85eb-43e8-ab32-734675053e7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d4025935-85eb-43e8-ab32-734675053e7f" xsi:nil="true"/>
    <lcf76f155ced4ddcb4097134ff3c332f xmlns="aa802c90-64f7-4260-a678-c5c09559402a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529E81E1-445C-4E91-8E35-C5BD736A3B7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54E5144-405F-49D2-89C0-6C01A508B47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a802c90-64f7-4260-a678-c5c09559402a"/>
    <ds:schemaRef ds:uri="d4025935-85eb-43e8-ab32-734675053e7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E36B762-179B-48EA-90B2-E74079BA15DE}">
  <ds:schemaRefs>
    <ds:schemaRef ds:uri="http://schemas.microsoft.com/office/2006/documentManagement/types"/>
    <ds:schemaRef ds:uri="http://schemas.openxmlformats.org/package/2006/metadata/core-properties"/>
    <ds:schemaRef ds:uri="http://purl.org/dc/terms/"/>
    <ds:schemaRef ds:uri="aa802c90-64f7-4260-a678-c5c09559402a"/>
    <ds:schemaRef ds:uri="http://purl.org/dc/elements/1.1/"/>
    <ds:schemaRef ds:uri="http://schemas.microsoft.com/office/2006/metadata/properties"/>
    <ds:schemaRef ds:uri="http://www.w3.org/XML/1998/namespace"/>
    <ds:schemaRef ds:uri="http://schemas.microsoft.com/office/infopath/2007/PartnerControls"/>
    <ds:schemaRef ds:uri="d4025935-85eb-43e8-ab32-734675053e7f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306</TotalTime>
  <Words>251</Words>
  <Application>Microsoft Office PowerPoint</Application>
  <PresentationFormat>Widescreen</PresentationFormat>
  <Paragraphs>39</Paragraphs>
  <Slides>8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Arial</vt:lpstr>
      <vt:lpstr>Calibri</vt:lpstr>
      <vt:lpstr>Graphik</vt:lpstr>
      <vt:lpstr>GT Sectra Fine</vt:lpstr>
      <vt:lpstr>Proxima Nova Rg</vt:lpstr>
      <vt:lpstr>System Font</vt:lpstr>
      <vt:lpstr>e61 slide master</vt:lpstr>
      <vt:lpstr>think-cell Slide</vt:lpstr>
      <vt:lpstr>PowerPoint Presentation</vt:lpstr>
      <vt:lpstr>Key policy directions of Federal Budget 2026</vt:lpstr>
      <vt:lpstr>Taxation of income</vt:lpstr>
      <vt:lpstr>What are capital gains and negative gearing</vt:lpstr>
      <vt:lpstr>Issues with prior treatment</vt:lpstr>
      <vt:lpstr>Issues with prior treatment</vt:lpstr>
      <vt:lpstr>Implications for revenue</vt:lpstr>
      <vt:lpstr>Trade-offs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Jack Buckley</dc:creator>
  <cp:lastModifiedBy>Matt</cp:lastModifiedBy>
  <cp:revision>20</cp:revision>
  <dcterms:created xsi:type="dcterms:W3CDTF">2022-09-20T23:20:20Z</dcterms:created>
  <dcterms:modified xsi:type="dcterms:W3CDTF">2026-08-02T08:07:41Z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0x010100E38A1619F266734FBC2B48FB95398739</vt:lpwstr>
  </property>
  <property fmtid="{D5CDD505-2E9C-101B-9397-08002B2CF9AE}" pid="3" name="MediaServiceImageTags">
    <vt:lpwstr/>
  </property>
</Properties>
</file>